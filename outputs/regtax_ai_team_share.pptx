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b4a0f32eef43c8" /><Relationship Type="http://schemas.openxmlformats.org/officeDocument/2006/relationships/extended-properties" Target="/docProps/app.xml" Id="Rc9e7f5ca0c6b44a3" /><Relationship Type="http://schemas.openxmlformats.org/officeDocument/2006/relationships/officeDocument" Target="/ppt/presentation.xml" Id="R99d39455f137498c" /></Relationships>
</file>

<file path=ppt/presentation.xml><?xml version="1.0" encoding="utf-8"?>
<p:presentation xmlns:p="http://schemas.openxmlformats.org/presentationml/2006/main">
  <p:sldMasterIdLst>
    <p:sldMasterId xmlns:r="http://schemas.openxmlformats.org/officeDocument/2006/relationships" id="2147483648" r:id="R52ebad6e01854d8f"/>
  </p:sldMasterIdLst>
  <p:notesMasterIdLst>
    <p:notesMasterId xmlns:r="http://schemas.openxmlformats.org/officeDocument/2006/relationships" r:id="R56ae3442b629404a"/>
  </p:notesMasterIdLst>
  <p:sldIdLst>
    <p:sldId xmlns:r="http://schemas.openxmlformats.org/officeDocument/2006/relationships" id="256" r:id="R0f60805c2eb6430a"/>
    <p:sldId xmlns:r="http://schemas.openxmlformats.org/officeDocument/2006/relationships" id="257" r:id="Rf02cb22c5367492a"/>
    <p:sldId xmlns:r="http://schemas.openxmlformats.org/officeDocument/2006/relationships" id="258" r:id="R50071941670249a0"/>
    <p:sldId xmlns:r="http://schemas.openxmlformats.org/officeDocument/2006/relationships" id="259" r:id="R1772c9656ffb467e"/>
    <p:sldId xmlns:r="http://schemas.openxmlformats.org/officeDocument/2006/relationships" id="260" r:id="R8418a275a6b54aa0"/>
    <p:sldId xmlns:r="http://schemas.openxmlformats.org/officeDocument/2006/relationships" id="261" r:id="R45c093190db547b8"/>
    <p:sldId xmlns:r="http://schemas.openxmlformats.org/officeDocument/2006/relationships" id="262" r:id="Rb53e4c5dc0ac41a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0b1a9875954c44" /><Relationship Type="http://schemas.openxmlformats.org/officeDocument/2006/relationships/slideMaster" Target="/ppt/slideMasters/slideMaster1.xml" Id="R52ebad6e01854d8f" /><Relationship Type="http://schemas.openxmlformats.org/officeDocument/2006/relationships/notesMaster" Target="/ppt/notesMasters/notesMaster1.xml" Id="R56ae3442b629404a" /><Relationship Type="http://schemas.openxmlformats.org/officeDocument/2006/relationships/presProps" Target="/ppt/presProps.xml" Id="Re284a6c8e029480e" /><Relationship Type="http://schemas.openxmlformats.org/officeDocument/2006/relationships/tableStyles" Target="/ppt/tableStyles.xml" Id="Rec42ef83daac46c5" /><Relationship Type="http://schemas.openxmlformats.org/officeDocument/2006/relationships/slide" Target="/ppt/slides/slide1.xml" Id="R0f60805c2eb6430a" /><Relationship Type="http://schemas.openxmlformats.org/officeDocument/2006/relationships/slide" Target="/ppt/slides/slide2.xml" Id="Rf02cb22c5367492a" /><Relationship Type="http://schemas.openxmlformats.org/officeDocument/2006/relationships/slide" Target="/ppt/slides/slide3.xml" Id="R50071941670249a0" /><Relationship Type="http://schemas.openxmlformats.org/officeDocument/2006/relationships/slide" Target="/ppt/slides/slide4.xml" Id="R1772c9656ffb467e" /><Relationship Type="http://schemas.openxmlformats.org/officeDocument/2006/relationships/slide" Target="/ppt/slides/slide5.xml" Id="R8418a275a6b54aa0" /><Relationship Type="http://schemas.openxmlformats.org/officeDocument/2006/relationships/slide" Target="/ppt/slides/slide6.xml" Id="R45c093190db547b8" /><Relationship Type="http://schemas.openxmlformats.org/officeDocument/2006/relationships/slide" Target="/ppt/slides/slide7.xml" Id="Rb53e4c5dc0ac41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503db9a1a847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f03573584045de" /><Relationship Type="http://schemas.openxmlformats.org/officeDocument/2006/relationships/notesMaster" Target="/ppt/notesMasters/notesMaster1.xml" Id="Rfacffd46631e44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2e04b559364497" /><Relationship Type="http://schemas.openxmlformats.org/officeDocument/2006/relationships/notesMaster" Target="/ppt/notesMasters/notesMaster1.xml" Id="Re6bf4a23f35145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70d13c041a4938" /><Relationship Type="http://schemas.openxmlformats.org/officeDocument/2006/relationships/notesMaster" Target="/ppt/notesMasters/notesMaster1.xml" Id="R9e7e7ac3d59346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14e69478e34421" /><Relationship Type="http://schemas.openxmlformats.org/officeDocument/2006/relationships/notesMaster" Target="/ppt/notesMasters/notesMaster1.xml" Id="R0c6f966be6a341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166b73cb2d4cff" /><Relationship Type="http://schemas.openxmlformats.org/officeDocument/2006/relationships/notesMaster" Target="/ppt/notesMasters/notesMaster1.xml" Id="R6d0612e3645a47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bc70d0b0e949bd" /><Relationship Type="http://schemas.openxmlformats.org/officeDocument/2006/relationships/notesMaster" Target="/ppt/notesMasters/notesMaster1.xml" Id="R73db9a2fe97148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dbf8a40882497a" /><Relationship Type="http://schemas.openxmlformats.org/officeDocument/2006/relationships/notesMaster" Target="/ppt/notesMasters/notesMaster1.xml" Id="Refef907558d640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AI 기술을 깊게 설명하려는 자리가 아닙니다. regtax-monitor에서 AI를 어디에 쓰고, AI가 틀릴 수 있기 때문에 어떤 구조를 넣었는지만 간단히 공유드리겠습니다. 아직 전체 구현이 끝난 상태가 아니므로 최종 성능 리뷰가 아니라 설계 방향 공유입니다.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모델은 일반 프로그램처럼 항상 같은 정답을 계산하지 않습니다. 대신 긴 법령을 요약하고, 법령 용어와 코드의 의미를 연결하고, 주어진 코드 예시를 바탕으로 수정 초안을 만드는 데 강점이 있습니다. 반대로 없는 파일이나 컬럼을 그럴듯하게 만들 수 있고, 입력이 너무 길면 중요한 앞부분을 놓칠 수 있습니다. 그래서 이 설계는 AI가 잘하는 부분만 사용하고 나머지는 일반 코드로 통제합니다.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AI가 직접 관여하는 부분은 두 군데입니다. 첫 번째는 법령 변경 전후를 읽고 요약과 영향 분석을 만드는 부분입니다. 두 번째는 관련 코드가 이미 좁혀진 뒤 수정 초안을 만드는 부분입니다. 법령 수집, 실제 파일 검색, diff 생성, 테스트, 승인 같은 작업은 AI가 아니라 일반 코드와 사람이 담당합니다.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외부 API 모델은 대형 모델을 바로 사용할 수 있어 일반적으로 초기 품질과 속도가 좋습니다. 하지만 내부 코드 스니펫을 외부로 보내는 검토가 필요하고 토큰 비용이 발생합니다. 로컬 Ollama 모델은 코드가 외부로 나가지 않는 대신 CPU에서는 느리고 복잡한 추론 성능이 낮을 수 있습니다. 이 프로젝트는 보안을 우선해 로컬을 기본으로 선택했지만, LlmClient 인터페이스를 두어 백엔드는 교체할 수 있게 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 성능을 보완하는 구조는 네 단계입니다. 먼저 전체 저장소를 주지 않고 RAG, 용어 사전, 상수 값 매칭으로 후보를 좁힙니다. 모델에게 전체 파일을 다시 쓰게 하지 않고 SEARCH와 REPLACE 블록만 만들게 합니다. 이후 시스템이 파일 존재와 원본 앵커 일치를 확인합니다. 마지막으로 실제 저장소가 아닌 복사본에서 git apply와 골든 테스트를 실행하고 사람이 승인합니다. 핵심은 모델이 절대 틀리지 않게 만드는 것이 아니라, 틀려도 실제 코드에 바로 반영되지 않게 하는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 결과는 단계별로 간단히 보겠습니다. 검색에서는 정답 파일이 상위 후보에 있는지, 초안에서는 출력 형식과 앵커를 지켰는지, 적용에서는 git apply가 되는지, 검증에서는 골든 테스트를 통과하는지 봅니다. 마지막으로 사람이 수정 없이 승인했는지와 처리 시간도 기록합니다. 지금은 지표를 정의하는 단계이고, 전체 구현이 끝난 뒤 같은 평가 데이터셋으로 최종 리뷰하겠습니다.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세 가지입니다. AI는 법령을 요약하고 관련 코드의 수정 초안을 만드는 보조 도구입니다. 안전성은 모델 성능이 아니라 검색, 원본 대조, diff, 테스트, 사람 승인 구조가 담당합니다. 실제 성능 평가는 전체 구현이 끝난 뒤 검색 정확도, patch 적용률, 골든 테스트, 사람 검토 지표로 진행합니다. 지금 단계에서는 이 설계 방향만 팀에서 공통으로 이해하면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c9e567acd148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baba767814402c" /><Relationship Type="http://schemas.openxmlformats.org/officeDocument/2006/relationships/slideLayout" Target="/ppt/slideLayouts/slideLayout1.xml" Id="R5ad949cb8dcf4d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d949cb8dcf4d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a6e88bb7f24b70" /><Relationship Type="http://schemas.openxmlformats.org/officeDocument/2006/relationships/notesSlide" Target="/ppt/notesSlides/notesSlide1.xml" Id="R9327d197646b47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334c42814e4b45" /><Relationship Type="http://schemas.openxmlformats.org/officeDocument/2006/relationships/notesSlide" Target="/ppt/notesSlides/notesSlide2.xml" Id="R973739680e2e4b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806995ed174c98" /><Relationship Type="http://schemas.openxmlformats.org/officeDocument/2006/relationships/notesSlide" Target="/ppt/notesSlides/notesSlide3.xml" Id="R5acc5a1aefc54e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bc5031dd074bd4" /><Relationship Type="http://schemas.openxmlformats.org/officeDocument/2006/relationships/notesSlide" Target="/ppt/notesSlides/notesSlide4.xml" Id="R427f71d45b504b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d68b5a8f8745a7" /><Relationship Type="http://schemas.openxmlformats.org/officeDocument/2006/relationships/notesSlide" Target="/ppt/notesSlides/notesSlide5.xml" Id="R7c7cc6c5e31a42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ed52742a3804b69" /><Relationship Type="http://schemas.openxmlformats.org/officeDocument/2006/relationships/notesSlide" Target="/ppt/notesSlides/notesSlide6.xml" Id="R8b831f33f9ec43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d6019051714b36" /><Relationship Type="http://schemas.openxmlformats.org/officeDocument/2006/relationships/notesSlide" Target="/ppt/notesSlides/notesSlide7.xml" Id="R08f69fb6e5d8455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E915EB-3F92-458F-B8B9-61E3892E5683}"/>
              </a:ext>
            </a:extLst>
          </p:cNvPr>
          <p:cNvSpPr>
            <a:spLocks xmlns:a="http://schemas.openxmlformats.org/drawingml/2006/main" noGrp="1"/>
          </p:cNvSpPr>
          <p:nvPr/>
        </p:nvSpPr>
        <p:spPr>
          <a:xfrm xmlns:a="http://schemas.openxmlformats.org/drawingml/2006/main">
            <a:off x="400050" y="4000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TEAM SHARE</a:t>
            </a:r>
          </a:p>
        </p:txBody>
      </p:sp>
      <p:sp>
        <p:nvSpPr>
          <p:cNvPr id="2" name="">
            <a:extLst xmlns:a="http://schemas.openxmlformats.org/drawingml/2006/main">
              <a:ext uri="{FF2B5EF4-FFF2-40B4-BE49-F238E27FC236}">
                <a16:creationId xmlns:a16="http://schemas.microsoft.com/office/drawing/2014/main" id="{03482F00-A5CD-4AF7-9D66-F993ADB1E040}"/>
              </a:ext>
            </a:extLst>
          </p:cNvPr>
          <p:cNvSpPr>
            <a:spLocks xmlns:a="http://schemas.openxmlformats.org/drawingml/2006/main" noGrp="1"/>
          </p:cNvSpPr>
          <p:nvPr/>
        </p:nvSpPr>
        <p:spPr>
          <a:xfrm xmlns:a="http://schemas.openxmlformats.org/drawingml/2006/main">
            <a:off x="400050" y="1733550"/>
            <a:ext cx="9620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500" b="1">
                <a:solidFill>
                  <a:srgbClr val="0B0D12"/>
                </a:solidFill>
                <a:latin typeface="Arial"/>
                <a:ea typeface="Arial"/>
                <a:cs typeface="Arial"/>
              </a:defRPr>
            </a:pPr>
            <a:r>
              <a:rPr sz="4500" b="1">
                <a:solidFill>
                  <a:srgbClr val="0B0D12"/>
                </a:solidFill>
                <a:latin typeface="Arial"/>
                <a:ea typeface="Arial"/>
                <a:cs typeface="Arial"/>
              </a:rPr>
              <a:t>이 프로젝트에서 AI를</a:t>
            </a:r>
          </a:p>
          <a:p xmlns:a="http://schemas.openxmlformats.org/drawingml/2006/main">
            <a:pPr algn="l">
              <a:defRPr sz="4500" b="1">
                <a:solidFill>
                  <a:srgbClr val="0B0D12"/>
                </a:solidFill>
                <a:latin typeface="Arial"/>
                <a:ea typeface="Arial"/>
                <a:cs typeface="Arial"/>
              </a:defRPr>
            </a:pPr>
            <a:r>
              <a:rPr sz="4500" b="1">
                <a:solidFill>
                  <a:srgbClr val="0B0D12"/>
                </a:solidFill>
                <a:latin typeface="Arial"/>
                <a:ea typeface="Arial"/>
                <a:cs typeface="Arial"/>
              </a:rPr>
              <a:t>어떻게 사용하려는가</a:t>
            </a:r>
          </a:p>
        </p:txBody>
      </p:sp>
      <p:sp>
        <p:nvSpPr>
          <p:cNvPr id="3" name="">
            <a:extLst xmlns:a="http://schemas.openxmlformats.org/drawingml/2006/main">
              <a:ext uri="{FF2B5EF4-FFF2-40B4-BE49-F238E27FC236}">
                <a16:creationId xmlns:a16="http://schemas.microsoft.com/office/drawing/2014/main" id="{6EBDB7DB-4A00-4FB5-8DC7-100F9E8ADC16}"/>
              </a:ext>
            </a:extLst>
          </p:cNvPr>
          <p:cNvSpPr>
            <a:spLocks xmlns:a="http://schemas.openxmlformats.org/drawingml/2006/main" noGrp="1"/>
          </p:cNvSpPr>
          <p:nvPr/>
        </p:nvSpPr>
        <p:spPr>
          <a:xfrm xmlns:a="http://schemas.openxmlformats.org/drawingml/2006/main">
            <a:off x="400050" y="417195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0">
                <a:solidFill>
                  <a:srgbClr val="5D6572"/>
                </a:solidFill>
                <a:latin typeface="Arial"/>
                <a:ea typeface="Arial"/>
                <a:cs typeface="Arial"/>
              </a:defRPr>
            </a:pPr>
            <a:r>
              <a:rPr sz="2025" b="0">
                <a:solidFill>
                  <a:srgbClr val="5D6572"/>
                </a:solidFill>
                <a:latin typeface="Arial"/>
                <a:ea typeface="Arial"/>
                <a:cs typeface="Arial"/>
              </a:rPr>
              <a:t>AI의 특성 → 설계 반영 → 보완 장치 → 향후 확인 지표</a:t>
            </a:r>
          </a:p>
        </p:txBody>
      </p:sp>
      <p:sp>
        <p:nvSpPr>
          <p:cNvPr id="4" name="">
            <a:extLst xmlns:a="http://schemas.openxmlformats.org/drawingml/2006/main">
              <a:ext uri="{FF2B5EF4-FFF2-40B4-BE49-F238E27FC236}">
                <a16:creationId xmlns:a16="http://schemas.microsoft.com/office/drawing/2014/main" id="{02029597-6F27-46E8-9419-AD8A166A157E}"/>
              </a:ext>
            </a:extLst>
          </p:cNvPr>
          <p:cNvSpPr>
            <a:spLocks xmlns:a="http://schemas.openxmlformats.org/drawingml/2006/main" noGrp="1"/>
          </p:cNvSpPr>
          <p:nvPr/>
        </p:nvSpPr>
        <p:spPr>
          <a:xfrm xmlns:a="http://schemas.openxmlformats.org/drawingml/2006/main">
            <a:off x="400050" y="5581650"/>
            <a:ext cx="113919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ADB9D8E-4E0A-45BE-987E-0687F2CB3328}"/>
              </a:ext>
            </a:extLst>
          </p:cNvPr>
          <p:cNvSpPr>
            <a:spLocks xmlns:a="http://schemas.openxmlformats.org/drawingml/2006/main" noGrp="1"/>
          </p:cNvSpPr>
          <p:nvPr/>
        </p:nvSpPr>
        <p:spPr>
          <a:xfrm xmlns:a="http://schemas.openxmlformats.org/drawingml/2006/main">
            <a:off x="400050" y="586740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0">
                <a:solidFill>
                  <a:srgbClr val="5D6572"/>
                </a:solidFill>
                <a:latin typeface="Arial"/>
                <a:ea typeface="Arial"/>
                <a:cs typeface="Arial"/>
              </a:defRPr>
            </a:pPr>
            <a:r>
              <a:rPr sz="1350" b="0">
                <a:solidFill>
                  <a:srgbClr val="5D6572"/>
                </a:solidFill>
                <a:latin typeface="Arial"/>
                <a:ea typeface="Arial"/>
                <a:cs typeface="Arial"/>
              </a:rPr>
              <a:t>regtax-monitor · 구현 중인 최종 설계안 공유</a:t>
            </a:r>
          </a:p>
        </p:txBody>
      </p:sp>
    </p:spTree>
    <p:extLst>
      <p:ext uri="{BB962C8B-B14F-4D97-AF65-F5344CB8AC3E}">
        <p14:creationId xmlns:p14="http://schemas.microsoft.com/office/powerpoint/2010/main" val="4460151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68CB11-3442-4311-A915-90FEB50B4062}"/>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먼저 AI 모델은 ‘정답을 계산하는 프로그램’이 아니다</a:t>
            </a:r>
          </a:p>
        </p:txBody>
      </p:sp>
      <p:sp>
        <p:nvSpPr>
          <p:cNvPr id="2" name="">
            <a:extLst xmlns:a="http://schemas.openxmlformats.org/drawingml/2006/main">
              <a:ext uri="{FF2B5EF4-FFF2-40B4-BE49-F238E27FC236}">
                <a16:creationId xmlns:a16="http://schemas.microsoft.com/office/drawing/2014/main" id="{506DD673-E915-4A62-BFBC-088B0543A821}"/>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D6572"/>
                </a:solidFill>
                <a:latin typeface="Arial"/>
                <a:ea typeface="Arial"/>
                <a:cs typeface="Arial"/>
              </a:defRPr>
            </a:pPr>
            <a:r>
              <a:rPr sz="975" b="0">
                <a:solidFill>
                  <a:srgbClr val="5D657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5569055-F1E0-461F-B720-9D173BCF4414}"/>
              </a:ext>
            </a:extLst>
          </p:cNvPr>
          <p:cNvSpPr>
            <a:spLocks xmlns:a="http://schemas.openxmlformats.org/drawingml/2006/main" noGrp="1"/>
          </p:cNvSpPr>
          <p:nvPr/>
        </p:nvSpPr>
        <p:spPr>
          <a:xfrm xmlns:a="http://schemas.openxmlformats.org/drawingml/2006/main">
            <a:off x="400050" y="1485900"/>
            <a:ext cx="5276850" cy="361950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50C51B-1632-4DF3-82EB-F117D1A88A80}"/>
              </a:ext>
            </a:extLst>
          </p:cNvPr>
          <p:cNvSpPr>
            <a:spLocks xmlns:a="http://schemas.openxmlformats.org/drawingml/2006/main" noGrp="1"/>
          </p:cNvSpPr>
          <p:nvPr/>
        </p:nvSpPr>
        <p:spPr>
          <a:xfrm xmlns:a="http://schemas.openxmlformats.org/drawingml/2006/main">
            <a:off x="6115050" y="1485900"/>
            <a:ext cx="5676900" cy="36195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96524F-71B4-4446-8722-4B276E66BD87}"/>
              </a:ext>
            </a:extLst>
          </p:cNvPr>
          <p:cNvSpPr>
            <a:spLocks xmlns:a="http://schemas.openxmlformats.org/drawingml/2006/main" noGrp="1"/>
          </p:cNvSpPr>
          <p:nvPr/>
        </p:nvSpPr>
        <p:spPr>
          <a:xfrm xmlns:a="http://schemas.openxmlformats.org/drawingml/2006/main">
            <a:off x="685800" y="1809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6"/>
          </a:bodyP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잘하는 것</a:t>
            </a:r>
          </a:p>
        </p:txBody>
      </p:sp>
      <p:sp>
        <p:nvSpPr>
          <p:cNvPr id="6" name="">
            <a:extLst xmlns:a="http://schemas.openxmlformats.org/drawingml/2006/main">
              <a:ext uri="{FF2B5EF4-FFF2-40B4-BE49-F238E27FC236}">
                <a16:creationId xmlns:a16="http://schemas.microsoft.com/office/drawing/2014/main" id="{1E6F274B-1308-49EB-BF3E-8C17338E255B}"/>
              </a:ext>
            </a:extLst>
          </p:cNvPr>
          <p:cNvSpPr>
            <a:spLocks xmlns:a="http://schemas.openxmlformats.org/drawingml/2006/main" noGrp="1"/>
          </p:cNvSpPr>
          <p:nvPr/>
        </p:nvSpPr>
        <p:spPr>
          <a:xfrm xmlns:a="http://schemas.openxmlformats.org/drawingml/2006/main">
            <a:off x="685800" y="2457450"/>
            <a:ext cx="4286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 긴 글의 핵심 요약</a:t>
            </a:r>
          </a:p>
          <a:p xmlns:a="http://schemas.openxmlformats.org/drawingml/2006/main">
            <a:r>
              <a:t/>
            </a:r>
          </a:p>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 서로 다른 표현의 의미 연결</a:t>
            </a:r>
          </a:p>
          <a:p xmlns:a="http://schemas.openxmlformats.org/drawingml/2006/main">
            <a:r>
              <a:t/>
            </a:r>
          </a:p>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 주어진 예시를 따라 초안 작성</a:t>
            </a:r>
          </a:p>
        </p:txBody>
      </p:sp>
      <p:sp>
        <p:nvSpPr>
          <p:cNvPr id="7" name="">
            <a:extLst xmlns:a="http://schemas.openxmlformats.org/drawingml/2006/main">
              <a:ext uri="{FF2B5EF4-FFF2-40B4-BE49-F238E27FC236}">
                <a16:creationId xmlns:a16="http://schemas.microsoft.com/office/drawing/2014/main" id="{8902A9CE-8B3F-4A2A-A433-A5D0CF3E5299}"/>
              </a:ext>
            </a:extLst>
          </p:cNvPr>
          <p:cNvSpPr>
            <a:spLocks xmlns:a="http://schemas.openxmlformats.org/drawingml/2006/main" noGrp="1"/>
          </p:cNvSpPr>
          <p:nvPr/>
        </p:nvSpPr>
        <p:spPr>
          <a:xfrm xmlns:a="http://schemas.openxmlformats.org/drawingml/2006/main">
            <a:off x="6419850" y="18097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6"/>
          </a:bodyPr>
          <a:lstStyle xmlns:a="http://schemas.openxmlformats.org/drawingml/2006/main"/>
          <a:p xmlns:a="http://schemas.openxmlformats.org/drawingml/2006/main">
            <a:pPr algn="l">
              <a:defRPr sz="1950" b="1">
                <a:solidFill>
                  <a:srgbClr val="A86500"/>
                </a:solidFill>
                <a:latin typeface="Arial"/>
                <a:ea typeface="Arial"/>
                <a:cs typeface="Arial"/>
              </a:defRPr>
            </a:pPr>
            <a:r>
              <a:rPr sz="1950" b="1">
                <a:solidFill>
                  <a:srgbClr val="A86500"/>
                </a:solidFill>
                <a:latin typeface="Arial"/>
                <a:ea typeface="Arial"/>
                <a:cs typeface="Arial"/>
              </a:rPr>
              <a:t>주의할 것</a:t>
            </a:r>
          </a:p>
        </p:txBody>
      </p:sp>
      <p:sp>
        <p:nvSpPr>
          <p:cNvPr id="8" name="">
            <a:extLst xmlns:a="http://schemas.openxmlformats.org/drawingml/2006/main">
              <a:ext uri="{FF2B5EF4-FFF2-40B4-BE49-F238E27FC236}">
                <a16:creationId xmlns:a16="http://schemas.microsoft.com/office/drawing/2014/main" id="{C00EEEAB-FEFF-452B-80CD-F31BD337A677}"/>
              </a:ext>
            </a:extLst>
          </p:cNvPr>
          <p:cNvSpPr>
            <a:spLocks xmlns:a="http://schemas.openxmlformats.org/drawingml/2006/main" noGrp="1"/>
          </p:cNvSpPr>
          <p:nvPr/>
        </p:nvSpPr>
        <p:spPr>
          <a:xfrm xmlns:a="http://schemas.openxmlformats.org/drawingml/2006/main">
            <a:off x="6419850" y="2457450"/>
            <a:ext cx="476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 그럴듯하지만 틀린 답 생성</a:t>
            </a:r>
          </a:p>
          <a:p xmlns:a="http://schemas.openxmlformats.org/drawingml/2006/main">
            <a:r>
              <a:t/>
            </a:r>
          </a:p>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 없는 파일·컬럼을 만들어낼 수 있음</a:t>
            </a:r>
          </a:p>
          <a:p xmlns:a="http://schemas.openxmlformats.org/drawingml/2006/main">
            <a:r>
              <a:t/>
            </a:r>
          </a:p>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 입력이 길면 앞 내용을 놓칠 수 있음</a:t>
            </a:r>
          </a:p>
        </p:txBody>
      </p:sp>
      <p:sp>
        <p:nvSpPr>
          <p:cNvPr id="9" name="">
            <a:extLst xmlns:a="http://schemas.openxmlformats.org/drawingml/2006/main">
              <a:ext uri="{FF2B5EF4-FFF2-40B4-BE49-F238E27FC236}">
                <a16:creationId xmlns:a16="http://schemas.microsoft.com/office/drawing/2014/main" id="{E748FAC9-6E48-4077-96CC-F14C54BDE326}"/>
              </a:ext>
            </a:extLst>
          </p:cNvPr>
          <p:cNvSpPr>
            <a:spLocks xmlns:a="http://schemas.openxmlformats.org/drawingml/2006/main" noGrp="1"/>
          </p:cNvSpPr>
          <p:nvPr/>
        </p:nvSpPr>
        <p:spPr>
          <a:xfrm xmlns:a="http://schemas.openxmlformats.org/drawingml/2006/main">
            <a:off x="400050" y="5467350"/>
            <a:ext cx="1100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0B0D12"/>
                </a:solidFill>
                <a:latin typeface="Arial"/>
                <a:ea typeface="Arial"/>
                <a:cs typeface="Arial"/>
              </a:defRPr>
            </a:pPr>
            <a:r>
              <a:rPr sz="2025" b="1">
                <a:solidFill>
                  <a:srgbClr val="0B0D12"/>
                </a:solidFill>
                <a:latin typeface="Arial"/>
                <a:ea typeface="Arial"/>
                <a:cs typeface="Arial"/>
              </a:rPr>
              <a:t>그래서 AI에게 판단 전체를 맡기지 않고, 잘하는 작업만 제한해서 사용한다</a:t>
            </a:r>
          </a:p>
        </p:txBody>
      </p:sp>
      <p:sp>
        <p:nvSpPr>
          <p:cNvPr id="10" name="">
            <a:extLst xmlns:a="http://schemas.openxmlformats.org/drawingml/2006/main">
              <a:ext uri="{FF2B5EF4-FFF2-40B4-BE49-F238E27FC236}">
                <a16:creationId xmlns:a16="http://schemas.microsoft.com/office/drawing/2014/main" id="{899F89AE-49A0-4551-9DAB-1150BD7DF26D}"/>
              </a:ext>
            </a:extLst>
          </p:cNvPr>
          <p:cNvSpPr>
            <a:spLocks xmlns:a="http://schemas.openxmlformats.org/drawingml/2006/main" noGrp="1"/>
          </p:cNvSpPr>
          <p:nvPr/>
        </p:nvSpPr>
        <p:spPr>
          <a:xfrm xmlns:a="http://schemas.openxmlformats.org/drawingml/2006/main">
            <a:off x="400050" y="63436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5D6572"/>
                </a:solidFill>
                <a:latin typeface="Arial"/>
                <a:ea typeface="Arial"/>
                <a:cs typeface="Arial"/>
              </a:defRPr>
            </a:pPr>
            <a:r>
              <a:rPr sz="900" b="0">
                <a:solidFill>
                  <a:srgbClr val="5D6572"/>
                </a:solidFill>
                <a:latin typeface="Arial"/>
                <a:ea typeface="Arial"/>
                <a:cs typeface="Arial"/>
              </a:rPr>
              <a:t>용어: 생성 결과의 사실 오류를 보통 ‘환각(hallucination)’이라고 부름</a:t>
            </a:r>
          </a:p>
        </p:txBody>
      </p:sp>
    </p:spTree>
    <p:extLst>
      <p:ext uri="{BB962C8B-B14F-4D97-AF65-F5344CB8AC3E}">
        <p14:creationId xmlns:p14="http://schemas.microsoft.com/office/powerpoint/2010/main" val="100114620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010D1C-8A6E-44E4-9A03-640FDB14FC49}"/>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이 프로젝트에서는 AI를 두 군데에만 사용한다</a:t>
            </a:r>
          </a:p>
        </p:txBody>
      </p:sp>
      <p:sp>
        <p:nvSpPr>
          <p:cNvPr id="2" name="">
            <a:extLst xmlns:a="http://schemas.openxmlformats.org/drawingml/2006/main">
              <a:ext uri="{FF2B5EF4-FFF2-40B4-BE49-F238E27FC236}">
                <a16:creationId xmlns:a16="http://schemas.microsoft.com/office/drawing/2014/main" id="{D0744370-4304-4AA9-8B70-0A68BFE07926}"/>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D6572"/>
                </a:solidFill>
                <a:latin typeface="Arial"/>
                <a:ea typeface="Arial"/>
                <a:cs typeface="Arial"/>
              </a:defRPr>
            </a:pPr>
            <a:r>
              <a:rPr sz="975" b="0">
                <a:solidFill>
                  <a:srgbClr val="5D657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9BFA8D4-C9B8-4A95-A349-40B1B613CF45}"/>
              </a:ext>
            </a:extLst>
          </p:cNvPr>
          <p:cNvSpPr>
            <a:spLocks xmlns:a="http://schemas.openxmlformats.org/drawingml/2006/main" noGrp="1"/>
          </p:cNvSpPr>
          <p:nvPr/>
        </p:nvSpPr>
        <p:spPr>
          <a:xfrm xmlns:a="http://schemas.openxmlformats.org/drawingml/2006/main">
            <a:off x="400050" y="1524000"/>
            <a:ext cx="5276850" cy="361950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E919FD-CC32-4E35-AB58-621F3B41EC87}"/>
              </a:ext>
            </a:extLst>
          </p:cNvPr>
          <p:cNvSpPr>
            <a:spLocks xmlns:a="http://schemas.openxmlformats.org/drawingml/2006/main" noGrp="1"/>
          </p:cNvSpPr>
          <p:nvPr/>
        </p:nvSpPr>
        <p:spPr>
          <a:xfrm xmlns:a="http://schemas.openxmlformats.org/drawingml/2006/main">
            <a:off x="6115050" y="1524000"/>
            <a:ext cx="5676900" cy="36195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65A2624-BDA9-4356-AB59-70B48C1BB6EF}"/>
              </a:ext>
            </a:extLst>
          </p:cNvPr>
          <p:cNvSpPr>
            <a:spLocks xmlns:a="http://schemas.openxmlformats.org/drawingml/2006/main" noGrp="1"/>
          </p:cNvSpPr>
          <p:nvPr/>
        </p:nvSpPr>
        <p:spPr>
          <a:xfrm xmlns:a="http://schemas.openxmlformats.org/drawingml/2006/main">
            <a:off x="685800" y="1809750"/>
            <a:ext cx="2381250" cy="400050"/>
          </a:xfrm>
          <a:prstGeom xmlns:a="http://schemas.openxmlformats.org/drawingml/2006/main" prst="roundRect">
            <a:avLst>
              <a:gd name="adj" fmla="val 19048"/>
            </a:avLst>
          </a:prstGeom>
          <a:solidFill xmlns:a="http://schemas.openxmlformats.org/drawingml/2006/main">
            <a:srgbClr val="DFF4F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D45DFB4-4B0B-4E4A-ABCD-C04F90FE6F9B}"/>
              </a:ext>
            </a:extLst>
          </p:cNvPr>
          <p:cNvSpPr>
            <a:spLocks xmlns:a="http://schemas.openxmlformats.org/drawingml/2006/main" noGrp="1"/>
          </p:cNvSpPr>
          <p:nvPr/>
        </p:nvSpPr>
        <p:spPr>
          <a:xfrm xmlns:a="http://schemas.openxmlformats.org/drawingml/2006/main">
            <a:off x="800100" y="1895475"/>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1">
                <a:solidFill>
                  <a:srgbClr val="3D8DFF"/>
                </a:solidFill>
                <a:latin typeface="Arial"/>
                <a:ea typeface="Arial"/>
                <a:cs typeface="Arial"/>
              </a:defRPr>
            </a:pPr>
            <a:r>
              <a:rPr sz="1275" b="1">
                <a:solidFill>
                  <a:srgbClr val="3D8DFF"/>
                </a:solidFill>
                <a:latin typeface="Arial"/>
                <a:ea typeface="Arial"/>
                <a:cs typeface="Arial"/>
              </a:rPr>
              <a:t>1. 법령 변경 분석</a:t>
            </a:r>
          </a:p>
        </p:txBody>
      </p:sp>
      <p:sp>
        <p:nvSpPr>
          <p:cNvPr id="7" name="">
            <a:extLst xmlns:a="http://schemas.openxmlformats.org/drawingml/2006/main">
              <a:ext uri="{FF2B5EF4-FFF2-40B4-BE49-F238E27FC236}">
                <a16:creationId xmlns:a16="http://schemas.microsoft.com/office/drawing/2014/main" id="{BE07A5E8-F08A-4139-AC91-C21F533316FA}"/>
              </a:ext>
            </a:extLst>
          </p:cNvPr>
          <p:cNvSpPr>
            <a:spLocks xmlns:a="http://schemas.openxmlformats.org/drawingml/2006/main" noGrp="1"/>
          </p:cNvSpPr>
          <p:nvPr/>
        </p:nvSpPr>
        <p:spPr>
          <a:xfrm xmlns:a="http://schemas.openxmlformats.org/drawingml/2006/main">
            <a:off x="6419850" y="1809750"/>
            <a:ext cx="23812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6681A94-FB25-48A8-97CC-C156CC552CB7}"/>
              </a:ext>
            </a:extLst>
          </p:cNvPr>
          <p:cNvSpPr>
            <a:spLocks xmlns:a="http://schemas.openxmlformats.org/drawingml/2006/main" noGrp="1"/>
          </p:cNvSpPr>
          <p:nvPr/>
        </p:nvSpPr>
        <p:spPr>
          <a:xfrm xmlns:a="http://schemas.openxmlformats.org/drawingml/2006/main">
            <a:off x="6534150" y="1895475"/>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1">
                <a:solidFill>
                  <a:srgbClr val="3D8DFF"/>
                </a:solidFill>
                <a:latin typeface="Arial"/>
                <a:ea typeface="Arial"/>
                <a:cs typeface="Arial"/>
              </a:defRPr>
            </a:pPr>
            <a:r>
              <a:rPr sz="1275" b="1">
                <a:solidFill>
                  <a:srgbClr val="3D8DFF"/>
                </a:solidFill>
                <a:latin typeface="Arial"/>
                <a:ea typeface="Arial"/>
                <a:cs typeface="Arial"/>
              </a:rPr>
              <a:t>2. 코드 수정 초안</a:t>
            </a:r>
          </a:p>
        </p:txBody>
      </p:sp>
      <p:sp>
        <p:nvSpPr>
          <p:cNvPr id="9" name="">
            <a:extLst xmlns:a="http://schemas.openxmlformats.org/drawingml/2006/main">
              <a:ext uri="{FF2B5EF4-FFF2-40B4-BE49-F238E27FC236}">
                <a16:creationId xmlns:a16="http://schemas.microsoft.com/office/drawing/2014/main" id="{2BDF01DF-5566-4A5B-9CCC-E6730AAC130A}"/>
              </a:ext>
            </a:extLst>
          </p:cNvPr>
          <p:cNvSpPr>
            <a:spLocks xmlns:a="http://schemas.openxmlformats.org/drawingml/2006/main" noGrp="1"/>
          </p:cNvSpPr>
          <p:nvPr/>
        </p:nvSpPr>
        <p:spPr>
          <a:xfrm xmlns:a="http://schemas.openxmlformats.org/drawingml/2006/main">
            <a:off x="685800" y="2552700"/>
            <a:ext cx="428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0B0D12"/>
                </a:solidFill>
                <a:latin typeface="Arial"/>
                <a:ea typeface="Arial"/>
                <a:cs typeface="Arial"/>
              </a:defRPr>
            </a:pPr>
            <a:r>
              <a:rPr sz="1875" b="1">
                <a:solidFill>
                  <a:srgbClr val="0B0D12"/>
                </a:solidFill>
                <a:latin typeface="Arial"/>
                <a:ea typeface="Arial"/>
                <a:cs typeface="Arial"/>
              </a:rPr>
              <a:t>개정 전·후 조문을 비교해</a:t>
            </a:r>
          </a:p>
          <a:p xmlns:a="http://schemas.openxmlformats.org/drawingml/2006/main">
            <a:r>
              <a:t/>
            </a:r>
          </a:p>
          <a:p xmlns:a="http://schemas.openxmlformats.org/drawingml/2006/main">
            <a:pPr algn="l">
              <a:defRPr sz="1875" b="1">
                <a:solidFill>
                  <a:srgbClr val="0B0D12"/>
                </a:solidFill>
                <a:latin typeface="Arial"/>
                <a:ea typeface="Arial"/>
                <a:cs typeface="Arial"/>
              </a:defRPr>
            </a:pPr>
            <a:r>
              <a:rPr sz="1875" b="1">
                <a:solidFill>
                  <a:srgbClr val="0B0D12"/>
                </a:solidFill>
                <a:latin typeface="Arial"/>
                <a:ea typeface="Arial"/>
                <a:cs typeface="Arial"/>
              </a:rPr>
              <a:t>• 무엇이 바뀌었는지 요약</a:t>
            </a:r>
          </a:p>
          <a:p xmlns:a="http://schemas.openxmlformats.org/drawingml/2006/main">
            <a:pPr algn="l">
              <a:defRPr sz="1875" b="1">
                <a:solidFill>
                  <a:srgbClr val="0B0D12"/>
                </a:solidFill>
                <a:latin typeface="Arial"/>
                <a:ea typeface="Arial"/>
                <a:cs typeface="Arial"/>
              </a:defRPr>
            </a:pPr>
            <a:r>
              <a:rPr sz="1875" b="1">
                <a:solidFill>
                  <a:srgbClr val="0B0D12"/>
                </a:solidFill>
                <a:latin typeface="Arial"/>
                <a:ea typeface="Arial"/>
                <a:cs typeface="Arial"/>
              </a:rPr>
              <a:t>• 시스템 영향이 무엇인지 설명</a:t>
            </a:r>
          </a:p>
        </p:txBody>
      </p:sp>
      <p:sp>
        <p:nvSpPr>
          <p:cNvPr id="10" name="">
            <a:extLst xmlns:a="http://schemas.openxmlformats.org/drawingml/2006/main">
              <a:ext uri="{FF2B5EF4-FFF2-40B4-BE49-F238E27FC236}">
                <a16:creationId xmlns:a16="http://schemas.microsoft.com/office/drawing/2014/main" id="{E320D944-ECAE-4F45-A9F4-B44A0B220571}"/>
              </a:ext>
            </a:extLst>
          </p:cNvPr>
          <p:cNvSpPr>
            <a:spLocks xmlns:a="http://schemas.openxmlformats.org/drawingml/2006/main" noGrp="1"/>
          </p:cNvSpPr>
          <p:nvPr/>
        </p:nvSpPr>
        <p:spPr>
          <a:xfrm xmlns:a="http://schemas.openxmlformats.org/drawingml/2006/main">
            <a:off x="6419850" y="25527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0B0D12"/>
                </a:solidFill>
                <a:latin typeface="Arial"/>
                <a:ea typeface="Arial"/>
                <a:cs typeface="Arial"/>
              </a:defRPr>
            </a:pPr>
            <a:r>
              <a:rPr sz="1875" b="1">
                <a:solidFill>
                  <a:srgbClr val="0B0D12"/>
                </a:solidFill>
                <a:latin typeface="Arial"/>
                <a:ea typeface="Arial"/>
                <a:cs typeface="Arial"/>
              </a:rPr>
              <a:t>검색으로 찾은 관련 코드만 보고</a:t>
            </a:r>
          </a:p>
          <a:p xmlns:a="http://schemas.openxmlformats.org/drawingml/2006/main">
            <a:r>
              <a:t/>
            </a:r>
          </a:p>
          <a:p xmlns:a="http://schemas.openxmlformats.org/drawingml/2006/main">
            <a:pPr algn="l">
              <a:defRPr sz="1875" b="1">
                <a:solidFill>
                  <a:srgbClr val="0B0D12"/>
                </a:solidFill>
                <a:latin typeface="Arial"/>
                <a:ea typeface="Arial"/>
                <a:cs typeface="Arial"/>
              </a:defRPr>
            </a:pPr>
            <a:r>
              <a:rPr sz="1875" b="1">
                <a:solidFill>
                  <a:srgbClr val="0B0D12"/>
                </a:solidFill>
                <a:latin typeface="Arial"/>
                <a:ea typeface="Arial"/>
                <a:cs typeface="Arial"/>
              </a:rPr>
              <a:t>• SEARCH / REPLACE 편집 생성</a:t>
            </a:r>
          </a:p>
          <a:p xmlns:a="http://schemas.openxmlformats.org/drawingml/2006/main">
            <a:pPr algn="l">
              <a:defRPr sz="1875" b="1">
                <a:solidFill>
                  <a:srgbClr val="0B0D12"/>
                </a:solidFill>
                <a:latin typeface="Arial"/>
                <a:ea typeface="Arial"/>
                <a:cs typeface="Arial"/>
              </a:defRPr>
            </a:pPr>
            <a:r>
              <a:rPr sz="1875" b="1">
                <a:solidFill>
                  <a:srgbClr val="0B0D12"/>
                </a:solidFill>
                <a:latin typeface="Arial"/>
                <a:ea typeface="Arial"/>
                <a:cs typeface="Arial"/>
              </a:rPr>
              <a:t>• 사람이 볼 patch 초안 제안</a:t>
            </a:r>
          </a:p>
        </p:txBody>
      </p:sp>
      <p:sp>
        <p:nvSpPr>
          <p:cNvPr id="11" name="">
            <a:extLst xmlns:a="http://schemas.openxmlformats.org/drawingml/2006/main">
              <a:ext uri="{FF2B5EF4-FFF2-40B4-BE49-F238E27FC236}">
                <a16:creationId xmlns:a16="http://schemas.microsoft.com/office/drawing/2014/main" id="{414B6EA9-18B6-4637-9EC5-16C87D618F04}"/>
              </a:ext>
            </a:extLst>
          </p:cNvPr>
          <p:cNvSpPr>
            <a:spLocks xmlns:a="http://schemas.openxmlformats.org/drawingml/2006/main" noGrp="1"/>
          </p:cNvSpPr>
          <p:nvPr/>
        </p:nvSpPr>
        <p:spPr>
          <a:xfrm xmlns:a="http://schemas.openxmlformats.org/drawingml/2006/main">
            <a:off x="400050" y="5467350"/>
            <a:ext cx="1100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수집 · 파일 검색 · diff 생성 · 테스트 · 승인은 AI가 아닌 시스템이 담당</a:t>
            </a:r>
          </a:p>
        </p:txBody>
      </p:sp>
      <p:sp>
        <p:nvSpPr>
          <p:cNvPr id="12" name="">
            <a:extLst xmlns:a="http://schemas.openxmlformats.org/drawingml/2006/main">
              <a:ext uri="{FF2B5EF4-FFF2-40B4-BE49-F238E27FC236}">
                <a16:creationId xmlns:a16="http://schemas.microsoft.com/office/drawing/2014/main" id="{8A7F5855-9083-49F2-866A-37CEBB5035F6}"/>
              </a:ext>
            </a:extLst>
          </p:cNvPr>
          <p:cNvSpPr>
            <a:spLocks xmlns:a="http://schemas.openxmlformats.org/drawingml/2006/main" noGrp="1"/>
          </p:cNvSpPr>
          <p:nvPr/>
        </p:nvSpPr>
        <p:spPr>
          <a:xfrm xmlns:a="http://schemas.openxmlformats.org/drawingml/2006/main">
            <a:off x="400050" y="63436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5D6572"/>
                </a:solidFill>
                <a:latin typeface="Arial"/>
                <a:ea typeface="Arial"/>
                <a:cs typeface="Arial"/>
              </a:defRPr>
            </a:pPr>
            <a:r>
              <a:rPr sz="900" b="0">
                <a:solidFill>
                  <a:srgbClr val="5D6572"/>
                </a:solidFill>
                <a:latin typeface="Arial"/>
                <a:ea typeface="Arial"/>
                <a:cs typeface="Arial"/>
              </a:rPr>
              <a:t>현재 코드: app/main.py analyze/apply · app/llm/common.py</a:t>
            </a:r>
          </a:p>
        </p:txBody>
      </p:sp>
    </p:spTree>
    <p:extLst>
      <p:ext uri="{BB962C8B-B14F-4D97-AF65-F5344CB8AC3E}">
        <p14:creationId xmlns:p14="http://schemas.microsoft.com/office/powerpoint/2010/main" val="2444355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5405CE-6ECF-4E12-9AC0-470508745281}"/>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로컬 모델은 보안을 얻는 대신 속도와 추론 성능을 일부 포기한다</a:t>
            </a:r>
          </a:p>
        </p:txBody>
      </p:sp>
      <p:sp>
        <p:nvSpPr>
          <p:cNvPr id="2" name="">
            <a:extLst xmlns:a="http://schemas.openxmlformats.org/drawingml/2006/main">
              <a:ext uri="{FF2B5EF4-FFF2-40B4-BE49-F238E27FC236}">
                <a16:creationId xmlns:a16="http://schemas.microsoft.com/office/drawing/2014/main" id="{A0CCEFEC-FAD6-4AFD-B5E0-00CCE8ADAD41}"/>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D6572"/>
                </a:solidFill>
                <a:latin typeface="Arial"/>
                <a:ea typeface="Arial"/>
                <a:cs typeface="Arial"/>
              </a:defRPr>
            </a:pPr>
            <a:r>
              <a:rPr sz="975" b="0">
                <a:solidFill>
                  <a:srgbClr val="5D657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90CE489-9EB3-41DC-B478-32BD690F5E3C}"/>
              </a:ext>
            </a:extLst>
          </p:cNvPr>
          <p:cNvSpPr>
            <a:spLocks xmlns:a="http://schemas.openxmlformats.org/drawingml/2006/main" noGrp="1"/>
          </p:cNvSpPr>
          <p:nvPr/>
        </p:nvSpPr>
        <p:spPr>
          <a:xfrm xmlns:a="http://schemas.openxmlformats.org/drawingml/2006/main">
            <a:off x="400050" y="1571625"/>
            <a:ext cx="11391900" cy="16002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50D2F7-C0D1-4492-91E3-2276B7FBD87C}"/>
              </a:ext>
            </a:extLst>
          </p:cNvPr>
          <p:cNvSpPr>
            <a:spLocks xmlns:a="http://schemas.openxmlformats.org/drawingml/2006/main" noGrp="1"/>
          </p:cNvSpPr>
          <p:nvPr/>
        </p:nvSpPr>
        <p:spPr>
          <a:xfrm xmlns:a="http://schemas.openxmlformats.org/drawingml/2006/main">
            <a:off x="647700" y="18383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27"/>
          </a:bodyPr>
          <a:lstStyle xmlns:a="http://schemas.openxmlformats.org/drawingml/2006/main"/>
          <a:p xmlns:a="http://schemas.openxmlformats.org/drawingml/2006/main">
            <a:pPr algn="l">
              <a:defRPr sz="2025" b="1">
                <a:solidFill>
                  <a:srgbClr val="0B0D12"/>
                </a:solidFill>
                <a:latin typeface="Arial"/>
                <a:ea typeface="Arial"/>
                <a:cs typeface="Arial"/>
              </a:defRPr>
            </a:pPr>
            <a:r>
              <a:rPr sz="2025" b="1">
                <a:solidFill>
                  <a:srgbClr val="0B0D12"/>
                </a:solidFill>
                <a:latin typeface="Arial"/>
                <a:ea typeface="Arial"/>
                <a:cs typeface="Arial"/>
              </a:rPr>
              <a:t>외부 API 모델</a:t>
            </a:r>
          </a:p>
        </p:txBody>
      </p:sp>
      <p:sp>
        <p:nvSpPr>
          <p:cNvPr id="5" name="">
            <a:extLst xmlns:a="http://schemas.openxmlformats.org/drawingml/2006/main">
              <a:ext uri="{FF2B5EF4-FFF2-40B4-BE49-F238E27FC236}">
                <a16:creationId xmlns:a16="http://schemas.microsoft.com/office/drawing/2014/main" id="{CDE2D315-D204-421F-9A6E-2F17E453A6DC}"/>
              </a:ext>
            </a:extLst>
          </p:cNvPr>
          <p:cNvSpPr>
            <a:spLocks xmlns:a="http://schemas.openxmlformats.org/drawingml/2006/main" noGrp="1"/>
          </p:cNvSpPr>
          <p:nvPr/>
        </p:nvSpPr>
        <p:spPr>
          <a:xfrm xmlns:a="http://schemas.openxmlformats.org/drawingml/2006/main">
            <a:off x="3333750" y="183832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6805C"/>
                </a:solidFill>
                <a:latin typeface="Arial"/>
                <a:ea typeface="Arial"/>
                <a:cs typeface="Arial"/>
              </a:defRPr>
            </a:pPr>
            <a:r>
              <a:rPr sz="1350" b="1">
                <a:solidFill>
                  <a:srgbClr val="16805C"/>
                </a:solidFill>
                <a:latin typeface="Arial"/>
                <a:ea typeface="Arial"/>
                <a:cs typeface="Arial"/>
              </a:rPr>
              <a:t>장점</a:t>
            </a:r>
          </a:p>
        </p:txBody>
      </p:sp>
      <p:sp>
        <p:nvSpPr>
          <p:cNvPr id="6" name="">
            <a:extLst xmlns:a="http://schemas.openxmlformats.org/drawingml/2006/main">
              <a:ext uri="{FF2B5EF4-FFF2-40B4-BE49-F238E27FC236}">
                <a16:creationId xmlns:a16="http://schemas.microsoft.com/office/drawing/2014/main" id="{D3D746A5-4760-429E-9445-92AD549C76B4}"/>
              </a:ext>
            </a:extLst>
          </p:cNvPr>
          <p:cNvSpPr>
            <a:spLocks xmlns:a="http://schemas.openxmlformats.org/drawingml/2006/main" noGrp="1"/>
          </p:cNvSpPr>
          <p:nvPr/>
        </p:nvSpPr>
        <p:spPr>
          <a:xfrm xmlns:a="http://schemas.openxmlformats.org/drawingml/2006/main">
            <a:off x="3333750" y="2219325"/>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0B0D12"/>
                </a:solidFill>
                <a:latin typeface="Arial"/>
                <a:ea typeface="Arial"/>
                <a:cs typeface="Arial"/>
              </a:defRPr>
            </a:pPr>
            <a:r>
              <a:rPr sz="1500" b="1">
                <a:solidFill>
                  <a:srgbClr val="0B0D12"/>
                </a:solidFill>
                <a:latin typeface="Arial"/>
                <a:ea typeface="Arial"/>
                <a:cs typeface="Arial"/>
              </a:rPr>
              <a:t>초기 품질·속도 유리</a:t>
            </a:r>
          </a:p>
        </p:txBody>
      </p:sp>
      <p:sp>
        <p:nvSpPr>
          <p:cNvPr id="7" name="">
            <a:extLst xmlns:a="http://schemas.openxmlformats.org/drawingml/2006/main">
              <a:ext uri="{FF2B5EF4-FFF2-40B4-BE49-F238E27FC236}">
                <a16:creationId xmlns:a16="http://schemas.microsoft.com/office/drawing/2014/main" id="{5895CC37-D9DC-406B-B1EF-84517565B98A}"/>
              </a:ext>
            </a:extLst>
          </p:cNvPr>
          <p:cNvSpPr>
            <a:spLocks xmlns:a="http://schemas.openxmlformats.org/drawingml/2006/main" noGrp="1"/>
          </p:cNvSpPr>
          <p:nvPr/>
        </p:nvSpPr>
        <p:spPr>
          <a:xfrm xmlns:a="http://schemas.openxmlformats.org/drawingml/2006/main">
            <a:off x="6191250" y="18383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A86500"/>
                </a:solidFill>
                <a:latin typeface="Arial"/>
                <a:ea typeface="Arial"/>
                <a:cs typeface="Arial"/>
              </a:defRPr>
            </a:pPr>
            <a:r>
              <a:rPr sz="1350" b="1">
                <a:solidFill>
                  <a:srgbClr val="A86500"/>
                </a:solidFill>
                <a:latin typeface="Arial"/>
                <a:ea typeface="Arial"/>
                <a:cs typeface="Arial"/>
              </a:rPr>
              <a:t>고려사항</a:t>
            </a:r>
          </a:p>
        </p:txBody>
      </p:sp>
      <p:sp>
        <p:nvSpPr>
          <p:cNvPr id="8" name="">
            <a:extLst xmlns:a="http://schemas.openxmlformats.org/drawingml/2006/main">
              <a:ext uri="{FF2B5EF4-FFF2-40B4-BE49-F238E27FC236}">
                <a16:creationId xmlns:a16="http://schemas.microsoft.com/office/drawing/2014/main" id="{C98A69FF-138D-4B54-B609-91D198032941}"/>
              </a:ext>
            </a:extLst>
          </p:cNvPr>
          <p:cNvSpPr>
            <a:spLocks xmlns:a="http://schemas.openxmlformats.org/drawingml/2006/main" noGrp="1"/>
          </p:cNvSpPr>
          <p:nvPr/>
        </p:nvSpPr>
        <p:spPr>
          <a:xfrm xmlns:a="http://schemas.openxmlformats.org/drawingml/2006/main">
            <a:off x="6191250" y="221932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코드 스니펫 외부 전송 검토 필요</a:t>
            </a:r>
          </a:p>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사용량에 따른 토큰 비용</a:t>
            </a:r>
          </a:p>
        </p:txBody>
      </p:sp>
      <p:sp>
        <p:nvSpPr>
          <p:cNvPr id="9" name="">
            <a:extLst xmlns:a="http://schemas.openxmlformats.org/drawingml/2006/main">
              <a:ext uri="{FF2B5EF4-FFF2-40B4-BE49-F238E27FC236}">
                <a16:creationId xmlns:a16="http://schemas.microsoft.com/office/drawing/2014/main" id="{D1E522FF-F25C-4F2E-95D2-AA4B8E207A17}"/>
              </a:ext>
            </a:extLst>
          </p:cNvPr>
          <p:cNvSpPr>
            <a:spLocks xmlns:a="http://schemas.openxmlformats.org/drawingml/2006/main" noGrp="1"/>
          </p:cNvSpPr>
          <p:nvPr/>
        </p:nvSpPr>
        <p:spPr>
          <a:xfrm xmlns:a="http://schemas.openxmlformats.org/drawingml/2006/main">
            <a:off x="400050" y="3524250"/>
            <a:ext cx="11391900" cy="160020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0B3073-1861-4DE7-8233-CFB52720BE83}"/>
              </a:ext>
            </a:extLst>
          </p:cNvPr>
          <p:cNvSpPr>
            <a:spLocks xmlns:a="http://schemas.openxmlformats.org/drawingml/2006/main" noGrp="1"/>
          </p:cNvSpPr>
          <p:nvPr/>
        </p:nvSpPr>
        <p:spPr>
          <a:xfrm xmlns:a="http://schemas.openxmlformats.org/drawingml/2006/main">
            <a:off x="647700" y="37909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27"/>
          </a:bodyPr>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로컬 Ollama 모델</a:t>
            </a:r>
          </a:p>
        </p:txBody>
      </p:sp>
      <p:sp>
        <p:nvSpPr>
          <p:cNvPr id="11" name="">
            <a:extLst xmlns:a="http://schemas.openxmlformats.org/drawingml/2006/main">
              <a:ext uri="{FF2B5EF4-FFF2-40B4-BE49-F238E27FC236}">
                <a16:creationId xmlns:a16="http://schemas.microsoft.com/office/drawing/2014/main" id="{ABEEABE7-DFC6-4B21-BED0-F43A743A9D0B}"/>
              </a:ext>
            </a:extLst>
          </p:cNvPr>
          <p:cNvSpPr>
            <a:spLocks xmlns:a="http://schemas.openxmlformats.org/drawingml/2006/main" noGrp="1"/>
          </p:cNvSpPr>
          <p:nvPr/>
        </p:nvSpPr>
        <p:spPr>
          <a:xfrm xmlns:a="http://schemas.openxmlformats.org/drawingml/2006/main">
            <a:off x="3333750" y="37909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6805C"/>
                </a:solidFill>
                <a:latin typeface="Arial"/>
                <a:ea typeface="Arial"/>
                <a:cs typeface="Arial"/>
              </a:defRPr>
            </a:pPr>
            <a:r>
              <a:rPr sz="1350" b="1">
                <a:solidFill>
                  <a:srgbClr val="16805C"/>
                </a:solidFill>
                <a:latin typeface="Arial"/>
                <a:ea typeface="Arial"/>
                <a:cs typeface="Arial"/>
              </a:rPr>
              <a:t>장점</a:t>
            </a:r>
          </a:p>
        </p:txBody>
      </p:sp>
      <p:sp>
        <p:nvSpPr>
          <p:cNvPr id="12" name="">
            <a:extLst xmlns:a="http://schemas.openxmlformats.org/drawingml/2006/main">
              <a:ext uri="{FF2B5EF4-FFF2-40B4-BE49-F238E27FC236}">
                <a16:creationId xmlns:a16="http://schemas.microsoft.com/office/drawing/2014/main" id="{AD54D88E-7CB7-49EA-9541-4283FEDBAB37}"/>
              </a:ext>
            </a:extLst>
          </p:cNvPr>
          <p:cNvSpPr>
            <a:spLocks xmlns:a="http://schemas.openxmlformats.org/drawingml/2006/main" noGrp="1"/>
          </p:cNvSpPr>
          <p:nvPr/>
        </p:nvSpPr>
        <p:spPr>
          <a:xfrm xmlns:a="http://schemas.openxmlformats.org/drawingml/2006/main">
            <a:off x="3333750" y="417195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0B0D12"/>
                </a:solidFill>
                <a:latin typeface="Arial"/>
                <a:ea typeface="Arial"/>
                <a:cs typeface="Arial"/>
              </a:defRPr>
            </a:pPr>
            <a:r>
              <a:rPr sz="1500" b="1">
                <a:solidFill>
                  <a:srgbClr val="0B0D12"/>
                </a:solidFill>
                <a:latin typeface="Arial"/>
                <a:ea typeface="Arial"/>
                <a:cs typeface="Arial"/>
              </a:rPr>
              <a:t>코드가 외부로 나가지 않음</a:t>
            </a:r>
          </a:p>
        </p:txBody>
      </p:sp>
      <p:sp>
        <p:nvSpPr>
          <p:cNvPr id="13" name="">
            <a:extLst xmlns:a="http://schemas.openxmlformats.org/drawingml/2006/main">
              <a:ext uri="{FF2B5EF4-FFF2-40B4-BE49-F238E27FC236}">
                <a16:creationId xmlns:a16="http://schemas.microsoft.com/office/drawing/2014/main" id="{06D49551-F6EA-4500-B36C-E48406F2407D}"/>
              </a:ext>
            </a:extLst>
          </p:cNvPr>
          <p:cNvSpPr>
            <a:spLocks xmlns:a="http://schemas.openxmlformats.org/drawingml/2006/main" noGrp="1"/>
          </p:cNvSpPr>
          <p:nvPr/>
        </p:nvSpPr>
        <p:spPr>
          <a:xfrm xmlns:a="http://schemas.openxmlformats.org/drawingml/2006/main">
            <a:off x="6191250" y="3790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A86500"/>
                </a:solidFill>
                <a:latin typeface="Arial"/>
                <a:ea typeface="Arial"/>
                <a:cs typeface="Arial"/>
              </a:defRPr>
            </a:pPr>
            <a:r>
              <a:rPr sz="1350" b="1">
                <a:solidFill>
                  <a:srgbClr val="A86500"/>
                </a:solidFill>
                <a:latin typeface="Arial"/>
                <a:ea typeface="Arial"/>
                <a:cs typeface="Arial"/>
              </a:rPr>
              <a:t>고려사항</a:t>
            </a:r>
          </a:p>
        </p:txBody>
      </p:sp>
      <p:sp>
        <p:nvSpPr>
          <p:cNvPr id="14" name="">
            <a:extLst xmlns:a="http://schemas.openxmlformats.org/drawingml/2006/main">
              <a:ext uri="{FF2B5EF4-FFF2-40B4-BE49-F238E27FC236}">
                <a16:creationId xmlns:a16="http://schemas.microsoft.com/office/drawing/2014/main" id="{1EDBEEC1-3BC2-4857-82F1-320D990D067E}"/>
              </a:ext>
            </a:extLst>
          </p:cNvPr>
          <p:cNvSpPr>
            <a:spLocks xmlns:a="http://schemas.openxmlformats.org/drawingml/2006/main" noGrp="1"/>
          </p:cNvSpPr>
          <p:nvPr/>
        </p:nvSpPr>
        <p:spPr>
          <a:xfrm xmlns:a="http://schemas.openxmlformats.org/drawingml/2006/main">
            <a:off x="6191250" y="417195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CPU에서는 수 분 소요</a:t>
            </a:r>
          </a:p>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복잡한 법률·코드 추론에 한계</a:t>
            </a:r>
          </a:p>
        </p:txBody>
      </p:sp>
      <p:sp>
        <p:nvSpPr>
          <p:cNvPr id="15" name="">
            <a:extLst xmlns:a="http://schemas.openxmlformats.org/drawingml/2006/main">
              <a:ext uri="{FF2B5EF4-FFF2-40B4-BE49-F238E27FC236}">
                <a16:creationId xmlns:a16="http://schemas.microsoft.com/office/drawing/2014/main" id="{DF48F876-3AC3-421D-B329-DD518F101340}"/>
              </a:ext>
            </a:extLst>
          </p:cNvPr>
          <p:cNvSpPr>
            <a:spLocks xmlns:a="http://schemas.openxmlformats.org/drawingml/2006/main" noGrp="1"/>
          </p:cNvSpPr>
          <p:nvPr/>
        </p:nvSpPr>
        <p:spPr>
          <a:xfrm xmlns:a="http://schemas.openxmlformats.org/drawingml/2006/main">
            <a:off x="400050" y="5562600"/>
            <a:ext cx="11001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선택 이유: eHR 내부 코드를 외부로 보내지 않는 것이 우선</a:t>
            </a:r>
          </a:p>
        </p:txBody>
      </p:sp>
      <p:sp>
        <p:nvSpPr>
          <p:cNvPr id="16" name="">
            <a:extLst xmlns:a="http://schemas.openxmlformats.org/drawingml/2006/main">
              <a:ext uri="{FF2B5EF4-FFF2-40B4-BE49-F238E27FC236}">
                <a16:creationId xmlns:a16="http://schemas.microsoft.com/office/drawing/2014/main" id="{55B1B688-72ED-43D2-88C0-7F4BF2C6EE76}"/>
              </a:ext>
            </a:extLst>
          </p:cNvPr>
          <p:cNvSpPr>
            <a:spLocks xmlns:a="http://schemas.openxmlformats.org/drawingml/2006/main" noGrp="1"/>
          </p:cNvSpPr>
          <p:nvPr/>
        </p:nvSpPr>
        <p:spPr>
          <a:xfrm xmlns:a="http://schemas.openxmlformats.org/drawingml/2006/main">
            <a:off x="400050" y="63436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5D6572"/>
                </a:solidFill>
                <a:latin typeface="Arial"/>
                <a:ea typeface="Arial"/>
                <a:cs typeface="Arial"/>
              </a:defRPr>
            </a:pPr>
            <a:r>
              <a:rPr sz="900" b="0">
                <a:solidFill>
                  <a:srgbClr val="5D6572"/>
                </a:solidFill>
                <a:latin typeface="Arial"/>
                <a:ea typeface="Arial"/>
                <a:cs typeface="Arial"/>
              </a:rPr>
              <a:t>생성 백엔드는 LlmClient로 분리하여 필요하면 API형으로 교체 가능</a:t>
            </a:r>
          </a:p>
        </p:txBody>
      </p:sp>
    </p:spTree>
    <p:extLst>
      <p:ext uri="{BB962C8B-B14F-4D97-AF65-F5344CB8AC3E}">
        <p14:creationId xmlns:p14="http://schemas.microsoft.com/office/powerpoint/2010/main" val="59285329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B47A61-734A-498F-B86F-DF7E37510446}"/>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낮은 모델 성능은 네 단계의 구조로 보완한다</a:t>
            </a:r>
          </a:p>
        </p:txBody>
      </p:sp>
      <p:sp>
        <p:nvSpPr>
          <p:cNvPr id="2" name="">
            <a:extLst xmlns:a="http://schemas.openxmlformats.org/drawingml/2006/main">
              <a:ext uri="{FF2B5EF4-FFF2-40B4-BE49-F238E27FC236}">
                <a16:creationId xmlns:a16="http://schemas.microsoft.com/office/drawing/2014/main" id="{5166466C-B8F4-4052-9296-C8DD1D83202D}"/>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D6572"/>
                </a:solidFill>
                <a:latin typeface="Arial"/>
                <a:ea typeface="Arial"/>
                <a:cs typeface="Arial"/>
              </a:defRPr>
            </a:pPr>
            <a:r>
              <a:rPr sz="975" b="0">
                <a:solidFill>
                  <a:srgbClr val="5D657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ADD5D303-106F-4208-9DD9-C2E91CB35BBF}"/>
              </a:ext>
            </a:extLst>
          </p:cNvPr>
          <p:cNvSpPr>
            <a:spLocks xmlns:a="http://schemas.openxmlformats.org/drawingml/2006/main" noGrp="1"/>
          </p:cNvSpPr>
          <p:nvPr/>
        </p:nvSpPr>
        <p:spPr>
          <a:xfrm xmlns:a="http://schemas.openxmlformats.org/drawingml/2006/main">
            <a:off x="2876550" y="3019425"/>
            <a:ext cx="371475"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44206F4-F4FF-4C00-820D-CCE7486403F1}"/>
              </a:ext>
            </a:extLst>
          </p:cNvPr>
          <p:cNvSpPr>
            <a:spLocks xmlns:a="http://schemas.openxmlformats.org/drawingml/2006/main" noGrp="1"/>
          </p:cNvSpPr>
          <p:nvPr/>
        </p:nvSpPr>
        <p:spPr>
          <a:xfrm xmlns:a="http://schemas.openxmlformats.org/drawingml/2006/main">
            <a:off x="400050" y="1762125"/>
            <a:ext cx="2476500" cy="266700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815BBAC-6F11-4761-8C4D-7B90583E0E49}"/>
              </a:ext>
            </a:extLst>
          </p:cNvPr>
          <p:cNvSpPr>
            <a:spLocks xmlns:a="http://schemas.openxmlformats.org/drawingml/2006/main" noGrp="1"/>
          </p:cNvSpPr>
          <p:nvPr/>
        </p:nvSpPr>
        <p:spPr>
          <a:xfrm xmlns:a="http://schemas.openxmlformats.org/drawingml/2006/main">
            <a:off x="590550" y="207645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2"/>
                </a:solidFill>
                <a:latin typeface="Arial"/>
                <a:ea typeface="Arial"/>
                <a:cs typeface="Arial"/>
              </a:defRPr>
            </a:pPr>
            <a:r>
              <a:rPr sz="1725" b="1">
                <a:solidFill>
                  <a:srgbClr val="0B0D12"/>
                </a:solidFill>
                <a:latin typeface="Arial"/>
                <a:ea typeface="Arial"/>
                <a:cs typeface="Arial"/>
              </a:rPr>
              <a:t>1. 후보를 먼저 좁힘</a:t>
            </a:r>
          </a:p>
        </p:txBody>
      </p:sp>
      <p:sp>
        <p:nvSpPr>
          <p:cNvPr id="6" name="">
            <a:extLst xmlns:a="http://schemas.openxmlformats.org/drawingml/2006/main">
              <a:ext uri="{FF2B5EF4-FFF2-40B4-BE49-F238E27FC236}">
                <a16:creationId xmlns:a16="http://schemas.microsoft.com/office/drawing/2014/main" id="{04A38C4B-4EC9-4154-81E0-9AED4BBCC5C7}"/>
              </a:ext>
            </a:extLst>
          </p:cNvPr>
          <p:cNvSpPr>
            <a:spLocks xmlns:a="http://schemas.openxmlformats.org/drawingml/2006/main" noGrp="1"/>
          </p:cNvSpPr>
          <p:nvPr/>
        </p:nvSpPr>
        <p:spPr>
          <a:xfrm xmlns:a="http://schemas.openxmlformats.org/drawingml/2006/main">
            <a:off x="590550" y="3000375"/>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5D6572"/>
                </a:solidFill>
                <a:latin typeface="Arial"/>
                <a:ea typeface="Arial"/>
                <a:cs typeface="Arial"/>
              </a:defRPr>
            </a:pPr>
            <a:r>
              <a:rPr sz="1500" b="1">
                <a:solidFill>
                  <a:srgbClr val="5D6572"/>
                </a:solidFill>
                <a:latin typeface="Arial"/>
                <a:ea typeface="Arial"/>
                <a:cs typeface="Arial"/>
              </a:rPr>
              <a:t>RAG + 용어 사전 + 상수 값 매칭</a:t>
            </a:r>
          </a:p>
        </p:txBody>
      </p:sp>
      <p:sp>
        <p:nvSpPr>
          <p:cNvPr id="7" name="">
            <a:extLst xmlns:a="http://schemas.openxmlformats.org/drawingml/2006/main">
              <a:ext uri="{FF2B5EF4-FFF2-40B4-BE49-F238E27FC236}">
                <a16:creationId xmlns:a16="http://schemas.microsoft.com/office/drawing/2014/main" id="{A437B09C-1B87-4ADC-A93D-A9156BFD8C0E}"/>
              </a:ext>
            </a:extLst>
          </p:cNvPr>
          <p:cNvSpPr>
            <a:spLocks xmlns:a="http://schemas.openxmlformats.org/drawingml/2006/main" noGrp="1"/>
          </p:cNvSpPr>
          <p:nvPr/>
        </p:nvSpPr>
        <p:spPr>
          <a:xfrm xmlns:a="http://schemas.openxmlformats.org/drawingml/2006/main">
            <a:off x="5724525" y="3019425"/>
            <a:ext cx="371475"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E08C2A8-9841-49C0-8A5E-E201896A17C3}"/>
              </a:ext>
            </a:extLst>
          </p:cNvPr>
          <p:cNvSpPr>
            <a:spLocks xmlns:a="http://schemas.openxmlformats.org/drawingml/2006/main" noGrp="1"/>
          </p:cNvSpPr>
          <p:nvPr/>
        </p:nvSpPr>
        <p:spPr>
          <a:xfrm xmlns:a="http://schemas.openxmlformats.org/drawingml/2006/main">
            <a:off x="3248025" y="1762125"/>
            <a:ext cx="2476500" cy="26670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D1C15D9-3074-4A02-9DBC-D6F28692FA1C}"/>
              </a:ext>
            </a:extLst>
          </p:cNvPr>
          <p:cNvSpPr>
            <a:spLocks xmlns:a="http://schemas.openxmlformats.org/drawingml/2006/main" noGrp="1"/>
          </p:cNvSpPr>
          <p:nvPr/>
        </p:nvSpPr>
        <p:spPr>
          <a:xfrm xmlns:a="http://schemas.openxmlformats.org/drawingml/2006/main">
            <a:off x="3438525" y="207645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2"/>
                </a:solidFill>
                <a:latin typeface="Arial"/>
                <a:ea typeface="Arial"/>
                <a:cs typeface="Arial"/>
              </a:defRPr>
            </a:pPr>
            <a:r>
              <a:rPr sz="1725" b="1">
                <a:solidFill>
                  <a:srgbClr val="0B0D12"/>
                </a:solidFill>
                <a:latin typeface="Arial"/>
                <a:ea typeface="Arial"/>
                <a:cs typeface="Arial"/>
              </a:rPr>
              <a:t>2. 출력 범위를 제한</a:t>
            </a:r>
          </a:p>
        </p:txBody>
      </p:sp>
      <p:sp>
        <p:nvSpPr>
          <p:cNvPr id="10" name="">
            <a:extLst xmlns:a="http://schemas.openxmlformats.org/drawingml/2006/main">
              <a:ext uri="{FF2B5EF4-FFF2-40B4-BE49-F238E27FC236}">
                <a16:creationId xmlns:a16="http://schemas.microsoft.com/office/drawing/2014/main" id="{F682262B-7707-45E4-A902-CBC84B79FAB3}"/>
              </a:ext>
            </a:extLst>
          </p:cNvPr>
          <p:cNvSpPr>
            <a:spLocks xmlns:a="http://schemas.openxmlformats.org/drawingml/2006/main" noGrp="1"/>
          </p:cNvSpPr>
          <p:nvPr/>
        </p:nvSpPr>
        <p:spPr>
          <a:xfrm xmlns:a="http://schemas.openxmlformats.org/drawingml/2006/main">
            <a:off x="3438525" y="3000375"/>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5D6572"/>
                </a:solidFill>
                <a:latin typeface="Arial"/>
                <a:ea typeface="Arial"/>
                <a:cs typeface="Arial"/>
              </a:defRPr>
            </a:pPr>
            <a:r>
              <a:rPr sz="1500" b="1">
                <a:solidFill>
                  <a:srgbClr val="5D6572"/>
                </a:solidFill>
                <a:latin typeface="Arial"/>
                <a:ea typeface="Arial"/>
                <a:cs typeface="Arial"/>
              </a:rPr>
              <a:t>전체 파일 대신 SEARCH / REPLACE만 생성</a:t>
            </a:r>
          </a:p>
        </p:txBody>
      </p:sp>
      <p:sp>
        <p:nvSpPr>
          <p:cNvPr id="11" name="">
            <a:extLst xmlns:a="http://schemas.openxmlformats.org/drawingml/2006/main">
              <a:ext uri="{FF2B5EF4-FFF2-40B4-BE49-F238E27FC236}">
                <a16:creationId xmlns:a16="http://schemas.microsoft.com/office/drawing/2014/main" id="{58480011-F4EA-44D8-BD2A-CFA719F5EA02}"/>
              </a:ext>
            </a:extLst>
          </p:cNvPr>
          <p:cNvSpPr>
            <a:spLocks xmlns:a="http://schemas.openxmlformats.org/drawingml/2006/main" noGrp="1"/>
          </p:cNvSpPr>
          <p:nvPr/>
        </p:nvSpPr>
        <p:spPr>
          <a:xfrm xmlns:a="http://schemas.openxmlformats.org/drawingml/2006/main">
            <a:off x="8572500" y="3019425"/>
            <a:ext cx="371475"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177605-56C9-4736-9274-731AE94DAE09}"/>
              </a:ext>
            </a:extLst>
          </p:cNvPr>
          <p:cNvSpPr>
            <a:spLocks xmlns:a="http://schemas.openxmlformats.org/drawingml/2006/main" noGrp="1"/>
          </p:cNvSpPr>
          <p:nvPr/>
        </p:nvSpPr>
        <p:spPr>
          <a:xfrm xmlns:a="http://schemas.openxmlformats.org/drawingml/2006/main">
            <a:off x="6096000" y="1762125"/>
            <a:ext cx="2476500" cy="26670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C634D82-8A24-497F-A557-5A515FC446BD}"/>
              </a:ext>
            </a:extLst>
          </p:cNvPr>
          <p:cNvSpPr>
            <a:spLocks xmlns:a="http://schemas.openxmlformats.org/drawingml/2006/main" noGrp="1"/>
          </p:cNvSpPr>
          <p:nvPr/>
        </p:nvSpPr>
        <p:spPr>
          <a:xfrm xmlns:a="http://schemas.openxmlformats.org/drawingml/2006/main">
            <a:off x="6286500" y="207645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2"/>
                </a:solidFill>
                <a:latin typeface="Arial"/>
                <a:ea typeface="Arial"/>
                <a:cs typeface="Arial"/>
              </a:defRPr>
            </a:pPr>
            <a:r>
              <a:rPr sz="1725" b="1">
                <a:solidFill>
                  <a:srgbClr val="0B0D12"/>
                </a:solidFill>
                <a:latin typeface="Arial"/>
                <a:ea typeface="Arial"/>
                <a:cs typeface="Arial"/>
              </a:rPr>
              <a:t>3. 원본과 대조</a:t>
            </a:r>
          </a:p>
        </p:txBody>
      </p:sp>
      <p:sp>
        <p:nvSpPr>
          <p:cNvPr id="14" name="">
            <a:extLst xmlns:a="http://schemas.openxmlformats.org/drawingml/2006/main">
              <a:ext uri="{FF2B5EF4-FFF2-40B4-BE49-F238E27FC236}">
                <a16:creationId xmlns:a16="http://schemas.microsoft.com/office/drawing/2014/main" id="{82A44E84-F715-42FD-AD81-940BFA924017}"/>
              </a:ext>
            </a:extLst>
          </p:cNvPr>
          <p:cNvSpPr>
            <a:spLocks xmlns:a="http://schemas.openxmlformats.org/drawingml/2006/main" noGrp="1"/>
          </p:cNvSpPr>
          <p:nvPr/>
        </p:nvSpPr>
        <p:spPr>
          <a:xfrm xmlns:a="http://schemas.openxmlformats.org/drawingml/2006/main">
            <a:off x="6286500" y="3000375"/>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5D6572"/>
                </a:solidFill>
                <a:latin typeface="Arial"/>
                <a:ea typeface="Arial"/>
                <a:cs typeface="Arial"/>
              </a:defRPr>
            </a:pPr>
            <a:r>
              <a:rPr sz="1500" b="1">
                <a:solidFill>
                  <a:srgbClr val="5D6572"/>
                </a:solidFill>
                <a:latin typeface="Arial"/>
                <a:ea typeface="Arial"/>
                <a:cs typeface="Arial"/>
              </a:rPr>
              <a:t>파일 존재와 SEARCH 앵커 일치를 코드로 검사</a:t>
            </a:r>
          </a:p>
        </p:txBody>
      </p:sp>
      <p:sp>
        <p:nvSpPr>
          <p:cNvPr id="15" name="">
            <a:extLst xmlns:a="http://schemas.openxmlformats.org/drawingml/2006/main">
              <a:ext uri="{FF2B5EF4-FFF2-40B4-BE49-F238E27FC236}">
                <a16:creationId xmlns:a16="http://schemas.microsoft.com/office/drawing/2014/main" id="{447D6D99-CB2F-4DD7-B4CD-CF25F36C19B2}"/>
              </a:ext>
            </a:extLst>
          </p:cNvPr>
          <p:cNvSpPr>
            <a:spLocks xmlns:a="http://schemas.openxmlformats.org/drawingml/2006/main" noGrp="1"/>
          </p:cNvSpPr>
          <p:nvPr/>
        </p:nvSpPr>
        <p:spPr>
          <a:xfrm xmlns:a="http://schemas.openxmlformats.org/drawingml/2006/main">
            <a:off x="8943975" y="1762125"/>
            <a:ext cx="2476500" cy="2667000"/>
          </a:xfrm>
          <a:prstGeom xmlns:a="http://schemas.openxmlformats.org/drawingml/2006/main" prst="rect">
            <a:avLst/>
          </a:prstGeom>
          <a:solidFill xmlns:a="http://schemas.openxmlformats.org/drawingml/2006/main">
            <a:srgbClr val="0B0D1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B4B1757-B6D6-4BB2-8C04-AB0D9963ABDD}"/>
              </a:ext>
            </a:extLst>
          </p:cNvPr>
          <p:cNvSpPr>
            <a:spLocks xmlns:a="http://schemas.openxmlformats.org/drawingml/2006/main" noGrp="1"/>
          </p:cNvSpPr>
          <p:nvPr/>
        </p:nvSpPr>
        <p:spPr>
          <a:xfrm xmlns:a="http://schemas.openxmlformats.org/drawingml/2006/main">
            <a:off x="9134475" y="207645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4. 적용 전에 검증</a:t>
            </a:r>
          </a:p>
        </p:txBody>
      </p:sp>
      <p:sp>
        <p:nvSpPr>
          <p:cNvPr id="17" name="">
            <a:extLst xmlns:a="http://schemas.openxmlformats.org/drawingml/2006/main">
              <a:ext uri="{FF2B5EF4-FFF2-40B4-BE49-F238E27FC236}">
                <a16:creationId xmlns:a16="http://schemas.microsoft.com/office/drawing/2014/main" id="{A147AE89-A605-424B-A2B6-50D67237A34C}"/>
              </a:ext>
            </a:extLst>
          </p:cNvPr>
          <p:cNvSpPr>
            <a:spLocks xmlns:a="http://schemas.openxmlformats.org/drawingml/2006/main" noGrp="1"/>
          </p:cNvSpPr>
          <p:nvPr/>
        </p:nvSpPr>
        <p:spPr>
          <a:xfrm xmlns:a="http://schemas.openxmlformats.org/drawingml/2006/main">
            <a:off x="9134475" y="3000375"/>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스크래치 git apply + 골든 테스트 + 사람 승인</a:t>
            </a:r>
          </a:p>
        </p:txBody>
      </p:sp>
      <p:sp>
        <p:nvSpPr>
          <p:cNvPr id="18" name="">
            <a:extLst xmlns:a="http://schemas.openxmlformats.org/drawingml/2006/main">
              <a:ext uri="{FF2B5EF4-FFF2-40B4-BE49-F238E27FC236}">
                <a16:creationId xmlns:a16="http://schemas.microsoft.com/office/drawing/2014/main" id="{3E081852-9A92-4693-9B0B-C5EFE85A99C4}"/>
              </a:ext>
            </a:extLst>
          </p:cNvPr>
          <p:cNvSpPr>
            <a:spLocks xmlns:a="http://schemas.openxmlformats.org/drawingml/2006/main" noGrp="1"/>
          </p:cNvSpPr>
          <p:nvPr/>
        </p:nvSpPr>
        <p:spPr>
          <a:xfrm xmlns:a="http://schemas.openxmlformats.org/drawingml/2006/main">
            <a:off x="400050" y="5000625"/>
            <a:ext cx="11001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0B0D12"/>
                </a:solidFill>
                <a:latin typeface="Arial"/>
                <a:ea typeface="Arial"/>
                <a:cs typeface="Arial"/>
              </a:defRPr>
            </a:pPr>
            <a:r>
              <a:rPr sz="2025" b="1">
                <a:solidFill>
                  <a:srgbClr val="0B0D12"/>
                </a:solidFill>
                <a:latin typeface="Arial"/>
                <a:ea typeface="Arial"/>
                <a:cs typeface="Arial"/>
              </a:rPr>
              <a:t>핵심: 모델이 틀리지 않게 만드는 것이 아니라, 틀려도 실제 코드에 바로 반영되지 않게 만든다</a:t>
            </a:r>
          </a:p>
        </p:txBody>
      </p:sp>
      <p:sp>
        <p:nvSpPr>
          <p:cNvPr id="19" name="">
            <a:extLst xmlns:a="http://schemas.openxmlformats.org/drawingml/2006/main">
              <a:ext uri="{FF2B5EF4-FFF2-40B4-BE49-F238E27FC236}">
                <a16:creationId xmlns:a16="http://schemas.microsoft.com/office/drawing/2014/main" id="{0D55D6FF-7CBA-4E65-8A1C-E44608797C17}"/>
              </a:ext>
            </a:extLst>
          </p:cNvPr>
          <p:cNvSpPr>
            <a:spLocks xmlns:a="http://schemas.openxmlformats.org/drawingml/2006/main" noGrp="1"/>
          </p:cNvSpPr>
          <p:nvPr/>
        </p:nvSpPr>
        <p:spPr>
          <a:xfrm xmlns:a="http://schemas.openxmlformats.org/drawingml/2006/main">
            <a:off x="400050" y="63436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5D6572"/>
                </a:solidFill>
                <a:latin typeface="Arial"/>
                <a:ea typeface="Arial"/>
                <a:cs typeface="Arial"/>
              </a:defRPr>
            </a:pPr>
            <a:r>
              <a:rPr sz="900" b="0">
                <a:solidFill>
                  <a:srgbClr val="5D6572"/>
                </a:solidFill>
                <a:latin typeface="Arial"/>
                <a:ea typeface="Arial"/>
                <a:cs typeface="Arial"/>
              </a:rPr>
              <a:t>앵커 실패 시 실제 원본 주변을 다시 제공해 최대 2회 재시도</a:t>
            </a:r>
          </a:p>
        </p:txBody>
      </p:sp>
    </p:spTree>
    <p:extLst>
      <p:ext uri="{BB962C8B-B14F-4D97-AF65-F5344CB8AC3E}">
        <p14:creationId xmlns:p14="http://schemas.microsoft.com/office/powerpoint/2010/main" val="3013553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DFD7D5-21C3-4472-8908-C2F74566373F}"/>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결과는 단계별로 간단히 확인하고, 최종 평가는 구현 후 진행한다</a:t>
            </a:r>
          </a:p>
        </p:txBody>
      </p:sp>
      <p:sp>
        <p:nvSpPr>
          <p:cNvPr id="2" name="">
            <a:extLst xmlns:a="http://schemas.openxmlformats.org/drawingml/2006/main">
              <a:ext uri="{FF2B5EF4-FFF2-40B4-BE49-F238E27FC236}">
                <a16:creationId xmlns:a16="http://schemas.microsoft.com/office/drawing/2014/main" id="{4DCED51C-E846-4624-9F7B-C1530D0D1324}"/>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D6572"/>
                </a:solidFill>
                <a:latin typeface="Arial"/>
                <a:ea typeface="Arial"/>
                <a:cs typeface="Arial"/>
              </a:defRPr>
            </a:pPr>
            <a:r>
              <a:rPr sz="975" b="0">
                <a:solidFill>
                  <a:srgbClr val="5D657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F029A8E-C248-41C0-B2A0-A88B114BB706}"/>
              </a:ext>
            </a:extLst>
          </p:cNvPr>
          <p:cNvSpPr>
            <a:spLocks xmlns:a="http://schemas.openxmlformats.org/drawingml/2006/main" noGrp="1"/>
          </p:cNvSpPr>
          <p:nvPr/>
        </p:nvSpPr>
        <p:spPr>
          <a:xfrm xmlns:a="http://schemas.openxmlformats.org/drawingml/2006/main">
            <a:off x="400050" y="1381125"/>
            <a:ext cx="5381625" cy="12573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211F22-F0C8-45FE-9A9F-8CA6C27F15EE}"/>
              </a:ext>
            </a:extLst>
          </p:cNvPr>
          <p:cNvSpPr>
            <a:spLocks xmlns:a="http://schemas.openxmlformats.org/drawingml/2006/main" noGrp="1"/>
          </p:cNvSpPr>
          <p:nvPr/>
        </p:nvSpPr>
        <p:spPr>
          <a:xfrm xmlns:a="http://schemas.openxmlformats.org/drawingml/2006/main">
            <a:off x="590550" y="15525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검색</a:t>
            </a:r>
          </a:p>
        </p:txBody>
      </p:sp>
      <p:sp>
        <p:nvSpPr>
          <p:cNvPr id="5" name="">
            <a:extLst xmlns:a="http://schemas.openxmlformats.org/drawingml/2006/main">
              <a:ext uri="{FF2B5EF4-FFF2-40B4-BE49-F238E27FC236}">
                <a16:creationId xmlns:a16="http://schemas.microsoft.com/office/drawing/2014/main" id="{064766B1-C867-4853-8B4A-C28656CC2B24}"/>
              </a:ext>
            </a:extLst>
          </p:cNvPr>
          <p:cNvSpPr>
            <a:spLocks xmlns:a="http://schemas.openxmlformats.org/drawingml/2006/main" noGrp="1"/>
          </p:cNvSpPr>
          <p:nvPr/>
        </p:nvSpPr>
        <p:spPr>
          <a:xfrm xmlns:a="http://schemas.openxmlformats.org/drawingml/2006/main">
            <a:off x="1543050" y="1552575"/>
            <a:ext cx="3952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정답 파일이 상위 후보에 있는가?</a:t>
            </a:r>
          </a:p>
        </p:txBody>
      </p:sp>
      <p:sp>
        <p:nvSpPr>
          <p:cNvPr id="6" name="">
            <a:extLst xmlns:a="http://schemas.openxmlformats.org/drawingml/2006/main">
              <a:ext uri="{FF2B5EF4-FFF2-40B4-BE49-F238E27FC236}">
                <a16:creationId xmlns:a16="http://schemas.microsoft.com/office/drawing/2014/main" id="{4FC0D225-C013-4A5F-B2D9-D1DC510A77F4}"/>
              </a:ext>
            </a:extLst>
          </p:cNvPr>
          <p:cNvSpPr>
            <a:spLocks xmlns:a="http://schemas.openxmlformats.org/drawingml/2006/main" noGrp="1"/>
          </p:cNvSpPr>
          <p:nvPr/>
        </p:nvSpPr>
        <p:spPr>
          <a:xfrm xmlns:a="http://schemas.openxmlformats.org/drawingml/2006/main">
            <a:off x="1543050" y="2105025"/>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5D6572"/>
                </a:solidFill>
                <a:latin typeface="Arial"/>
                <a:ea typeface="Arial"/>
                <a:cs typeface="Arial"/>
              </a:defRPr>
            </a:pPr>
            <a:r>
              <a:rPr sz="1350" b="0">
                <a:solidFill>
                  <a:srgbClr val="5D6572"/>
                </a:solidFill>
                <a:latin typeface="Arial"/>
                <a:ea typeface="Arial"/>
                <a:cs typeface="Arial"/>
              </a:rPr>
              <a:t>Recall@K · MRR</a:t>
            </a:r>
          </a:p>
        </p:txBody>
      </p:sp>
      <p:sp>
        <p:nvSpPr>
          <p:cNvPr id="7" name="">
            <a:extLst xmlns:a="http://schemas.openxmlformats.org/drawingml/2006/main">
              <a:ext uri="{FF2B5EF4-FFF2-40B4-BE49-F238E27FC236}">
                <a16:creationId xmlns:a16="http://schemas.microsoft.com/office/drawing/2014/main" id="{1B1A9096-BA47-432C-A462-DD90F1716A4A}"/>
              </a:ext>
            </a:extLst>
          </p:cNvPr>
          <p:cNvSpPr>
            <a:spLocks xmlns:a="http://schemas.openxmlformats.org/drawingml/2006/main" noGrp="1"/>
          </p:cNvSpPr>
          <p:nvPr/>
        </p:nvSpPr>
        <p:spPr>
          <a:xfrm xmlns:a="http://schemas.openxmlformats.org/drawingml/2006/main">
            <a:off x="6181725" y="1381125"/>
            <a:ext cx="5381625" cy="125730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8AC1707-ED7E-4F5D-9396-7477D3A60ED7}"/>
              </a:ext>
            </a:extLst>
          </p:cNvPr>
          <p:cNvSpPr>
            <a:spLocks xmlns:a="http://schemas.openxmlformats.org/drawingml/2006/main" noGrp="1"/>
          </p:cNvSpPr>
          <p:nvPr/>
        </p:nvSpPr>
        <p:spPr>
          <a:xfrm xmlns:a="http://schemas.openxmlformats.org/drawingml/2006/main">
            <a:off x="6372225" y="15525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초안</a:t>
            </a:r>
          </a:p>
        </p:txBody>
      </p:sp>
      <p:sp>
        <p:nvSpPr>
          <p:cNvPr id="9" name="">
            <a:extLst xmlns:a="http://schemas.openxmlformats.org/drawingml/2006/main">
              <a:ext uri="{FF2B5EF4-FFF2-40B4-BE49-F238E27FC236}">
                <a16:creationId xmlns:a16="http://schemas.microsoft.com/office/drawing/2014/main" id="{2371AB93-FAD4-40F5-9873-2253A67CF128}"/>
              </a:ext>
            </a:extLst>
          </p:cNvPr>
          <p:cNvSpPr>
            <a:spLocks xmlns:a="http://schemas.openxmlformats.org/drawingml/2006/main" noGrp="1"/>
          </p:cNvSpPr>
          <p:nvPr/>
        </p:nvSpPr>
        <p:spPr>
          <a:xfrm xmlns:a="http://schemas.openxmlformats.org/drawingml/2006/main">
            <a:off x="7324725" y="1552575"/>
            <a:ext cx="3952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정해진 형식과 원본 앵커를 지켰는가?</a:t>
            </a:r>
          </a:p>
        </p:txBody>
      </p:sp>
      <p:sp>
        <p:nvSpPr>
          <p:cNvPr id="10" name="">
            <a:extLst xmlns:a="http://schemas.openxmlformats.org/drawingml/2006/main">
              <a:ext uri="{FF2B5EF4-FFF2-40B4-BE49-F238E27FC236}">
                <a16:creationId xmlns:a16="http://schemas.microsoft.com/office/drawing/2014/main" id="{7159DC09-9591-4055-B26E-780D47763E31}"/>
              </a:ext>
            </a:extLst>
          </p:cNvPr>
          <p:cNvSpPr>
            <a:spLocks xmlns:a="http://schemas.openxmlformats.org/drawingml/2006/main" noGrp="1"/>
          </p:cNvSpPr>
          <p:nvPr/>
        </p:nvSpPr>
        <p:spPr>
          <a:xfrm xmlns:a="http://schemas.openxmlformats.org/drawingml/2006/main">
            <a:off x="7324725" y="2105025"/>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5D6572"/>
                </a:solidFill>
                <a:latin typeface="Arial"/>
                <a:ea typeface="Arial"/>
                <a:cs typeface="Arial"/>
              </a:defRPr>
            </a:pPr>
            <a:r>
              <a:rPr sz="1350" b="0">
                <a:solidFill>
                  <a:srgbClr val="5D6572"/>
                </a:solidFill>
                <a:latin typeface="Arial"/>
                <a:ea typeface="Arial"/>
                <a:cs typeface="Arial"/>
              </a:rPr>
              <a:t>형식 준수율 · 앵커 성공률</a:t>
            </a:r>
          </a:p>
        </p:txBody>
      </p:sp>
      <p:sp>
        <p:nvSpPr>
          <p:cNvPr id="11" name="">
            <a:extLst xmlns:a="http://schemas.openxmlformats.org/drawingml/2006/main">
              <a:ext uri="{FF2B5EF4-FFF2-40B4-BE49-F238E27FC236}">
                <a16:creationId xmlns:a16="http://schemas.microsoft.com/office/drawing/2014/main" id="{B3C26B84-9D64-4993-83B9-0BAA844A5821}"/>
              </a:ext>
            </a:extLst>
          </p:cNvPr>
          <p:cNvSpPr>
            <a:spLocks xmlns:a="http://schemas.openxmlformats.org/drawingml/2006/main" noGrp="1"/>
          </p:cNvSpPr>
          <p:nvPr/>
        </p:nvSpPr>
        <p:spPr>
          <a:xfrm xmlns:a="http://schemas.openxmlformats.org/drawingml/2006/main">
            <a:off x="400050" y="2886075"/>
            <a:ext cx="5381625" cy="12573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FA3B422-3C6F-4982-9A14-8B08672143AD}"/>
              </a:ext>
            </a:extLst>
          </p:cNvPr>
          <p:cNvSpPr>
            <a:spLocks xmlns:a="http://schemas.openxmlformats.org/drawingml/2006/main" noGrp="1"/>
          </p:cNvSpPr>
          <p:nvPr/>
        </p:nvSpPr>
        <p:spPr>
          <a:xfrm xmlns:a="http://schemas.openxmlformats.org/drawingml/2006/main">
            <a:off x="590550" y="305752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적용</a:t>
            </a:r>
          </a:p>
        </p:txBody>
      </p:sp>
      <p:sp>
        <p:nvSpPr>
          <p:cNvPr id="13" name="">
            <a:extLst xmlns:a="http://schemas.openxmlformats.org/drawingml/2006/main">
              <a:ext uri="{FF2B5EF4-FFF2-40B4-BE49-F238E27FC236}">
                <a16:creationId xmlns:a16="http://schemas.microsoft.com/office/drawing/2014/main" id="{68CC9B13-19A1-4083-B5E1-B1F7C4BB02DE}"/>
              </a:ext>
            </a:extLst>
          </p:cNvPr>
          <p:cNvSpPr>
            <a:spLocks xmlns:a="http://schemas.openxmlformats.org/drawingml/2006/main" noGrp="1"/>
          </p:cNvSpPr>
          <p:nvPr/>
        </p:nvSpPr>
        <p:spPr>
          <a:xfrm xmlns:a="http://schemas.openxmlformats.org/drawingml/2006/main">
            <a:off x="1543050" y="3057525"/>
            <a:ext cx="3952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생성한 patch가 실제로 적용되는가?</a:t>
            </a:r>
          </a:p>
        </p:txBody>
      </p:sp>
      <p:sp>
        <p:nvSpPr>
          <p:cNvPr id="14" name="">
            <a:extLst xmlns:a="http://schemas.openxmlformats.org/drawingml/2006/main">
              <a:ext uri="{FF2B5EF4-FFF2-40B4-BE49-F238E27FC236}">
                <a16:creationId xmlns:a16="http://schemas.microsoft.com/office/drawing/2014/main" id="{2AE688F4-3335-4616-B0A3-D3642243CEEB}"/>
              </a:ext>
            </a:extLst>
          </p:cNvPr>
          <p:cNvSpPr>
            <a:spLocks xmlns:a="http://schemas.openxmlformats.org/drawingml/2006/main" noGrp="1"/>
          </p:cNvSpPr>
          <p:nvPr/>
        </p:nvSpPr>
        <p:spPr>
          <a:xfrm xmlns:a="http://schemas.openxmlformats.org/drawingml/2006/main">
            <a:off x="1543050" y="3609975"/>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5D6572"/>
                </a:solidFill>
                <a:latin typeface="Arial"/>
                <a:ea typeface="Arial"/>
                <a:cs typeface="Arial"/>
              </a:defRPr>
            </a:pPr>
            <a:r>
              <a:rPr sz="1350" b="0">
                <a:solidFill>
                  <a:srgbClr val="5D6572"/>
                </a:solidFill>
                <a:latin typeface="Arial"/>
                <a:ea typeface="Arial"/>
                <a:cs typeface="Arial"/>
              </a:rPr>
              <a:t>git apply 성공률</a:t>
            </a:r>
          </a:p>
        </p:txBody>
      </p:sp>
      <p:sp>
        <p:nvSpPr>
          <p:cNvPr id="15" name="">
            <a:extLst xmlns:a="http://schemas.openxmlformats.org/drawingml/2006/main">
              <a:ext uri="{FF2B5EF4-FFF2-40B4-BE49-F238E27FC236}">
                <a16:creationId xmlns:a16="http://schemas.microsoft.com/office/drawing/2014/main" id="{A7538DD1-0613-4B11-B030-DCC9609785BF}"/>
              </a:ext>
            </a:extLst>
          </p:cNvPr>
          <p:cNvSpPr>
            <a:spLocks xmlns:a="http://schemas.openxmlformats.org/drawingml/2006/main" noGrp="1"/>
          </p:cNvSpPr>
          <p:nvPr/>
        </p:nvSpPr>
        <p:spPr>
          <a:xfrm xmlns:a="http://schemas.openxmlformats.org/drawingml/2006/main">
            <a:off x="6181725" y="2886075"/>
            <a:ext cx="5381625" cy="12573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B2736C2-E764-4DD7-B70A-BDC70CEFD0FB}"/>
              </a:ext>
            </a:extLst>
          </p:cNvPr>
          <p:cNvSpPr>
            <a:spLocks xmlns:a="http://schemas.openxmlformats.org/drawingml/2006/main" noGrp="1"/>
          </p:cNvSpPr>
          <p:nvPr/>
        </p:nvSpPr>
        <p:spPr>
          <a:xfrm xmlns:a="http://schemas.openxmlformats.org/drawingml/2006/main">
            <a:off x="6372225" y="305752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검증</a:t>
            </a:r>
          </a:p>
        </p:txBody>
      </p:sp>
      <p:sp>
        <p:nvSpPr>
          <p:cNvPr id="17" name="">
            <a:extLst xmlns:a="http://schemas.openxmlformats.org/drawingml/2006/main">
              <a:ext uri="{FF2B5EF4-FFF2-40B4-BE49-F238E27FC236}">
                <a16:creationId xmlns:a16="http://schemas.microsoft.com/office/drawing/2014/main" id="{542A8ECA-B471-4DD2-B6A2-FCDA27DBB583}"/>
              </a:ext>
            </a:extLst>
          </p:cNvPr>
          <p:cNvSpPr>
            <a:spLocks xmlns:a="http://schemas.openxmlformats.org/drawingml/2006/main" noGrp="1"/>
          </p:cNvSpPr>
          <p:nvPr/>
        </p:nvSpPr>
        <p:spPr>
          <a:xfrm xmlns:a="http://schemas.openxmlformats.org/drawingml/2006/main">
            <a:off x="7324725" y="3057525"/>
            <a:ext cx="3952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기존 계산과 회귀 테스트를 통과하는가?</a:t>
            </a:r>
          </a:p>
        </p:txBody>
      </p:sp>
      <p:sp>
        <p:nvSpPr>
          <p:cNvPr id="18" name="">
            <a:extLst xmlns:a="http://schemas.openxmlformats.org/drawingml/2006/main">
              <a:ext uri="{FF2B5EF4-FFF2-40B4-BE49-F238E27FC236}">
                <a16:creationId xmlns:a16="http://schemas.microsoft.com/office/drawing/2014/main" id="{8D190E84-4B12-45D4-A05D-065951699B84}"/>
              </a:ext>
            </a:extLst>
          </p:cNvPr>
          <p:cNvSpPr>
            <a:spLocks xmlns:a="http://schemas.openxmlformats.org/drawingml/2006/main" noGrp="1"/>
          </p:cNvSpPr>
          <p:nvPr/>
        </p:nvSpPr>
        <p:spPr>
          <a:xfrm xmlns:a="http://schemas.openxmlformats.org/drawingml/2006/main">
            <a:off x="7324725" y="3609975"/>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5D6572"/>
                </a:solidFill>
                <a:latin typeface="Arial"/>
                <a:ea typeface="Arial"/>
                <a:cs typeface="Arial"/>
              </a:defRPr>
            </a:pPr>
            <a:r>
              <a:rPr sz="1350" b="0">
                <a:solidFill>
                  <a:srgbClr val="5D6572"/>
                </a:solidFill>
                <a:latin typeface="Arial"/>
                <a:ea typeface="Arial"/>
                <a:cs typeface="Arial"/>
              </a:rPr>
              <a:t>골든 테스트 통과율</a:t>
            </a:r>
          </a:p>
        </p:txBody>
      </p:sp>
      <p:sp>
        <p:nvSpPr>
          <p:cNvPr id="19" name="">
            <a:extLst xmlns:a="http://schemas.openxmlformats.org/drawingml/2006/main">
              <a:ext uri="{FF2B5EF4-FFF2-40B4-BE49-F238E27FC236}">
                <a16:creationId xmlns:a16="http://schemas.microsoft.com/office/drawing/2014/main" id="{781D474F-5833-4C40-B906-E2A278D0D88D}"/>
              </a:ext>
            </a:extLst>
          </p:cNvPr>
          <p:cNvSpPr>
            <a:spLocks xmlns:a="http://schemas.openxmlformats.org/drawingml/2006/main" noGrp="1"/>
          </p:cNvSpPr>
          <p:nvPr/>
        </p:nvSpPr>
        <p:spPr>
          <a:xfrm xmlns:a="http://schemas.openxmlformats.org/drawingml/2006/main">
            <a:off x="400050" y="4391025"/>
            <a:ext cx="5381625" cy="12573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6F230C3-BDD7-4E49-AE22-2F727FDDE0FF}"/>
              </a:ext>
            </a:extLst>
          </p:cNvPr>
          <p:cNvSpPr>
            <a:spLocks xmlns:a="http://schemas.openxmlformats.org/drawingml/2006/main" noGrp="1"/>
          </p:cNvSpPr>
          <p:nvPr/>
        </p:nvSpPr>
        <p:spPr>
          <a:xfrm xmlns:a="http://schemas.openxmlformats.org/drawingml/2006/main">
            <a:off x="590550" y="45624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사람</a:t>
            </a:r>
          </a:p>
        </p:txBody>
      </p:sp>
      <p:sp>
        <p:nvSpPr>
          <p:cNvPr id="21" name="">
            <a:extLst xmlns:a="http://schemas.openxmlformats.org/drawingml/2006/main">
              <a:ext uri="{FF2B5EF4-FFF2-40B4-BE49-F238E27FC236}">
                <a16:creationId xmlns:a16="http://schemas.microsoft.com/office/drawing/2014/main" id="{FBB17DC0-D123-4C41-9CF4-8E94B17F23BD}"/>
              </a:ext>
            </a:extLst>
          </p:cNvPr>
          <p:cNvSpPr>
            <a:spLocks xmlns:a="http://schemas.openxmlformats.org/drawingml/2006/main" noGrp="1"/>
          </p:cNvSpPr>
          <p:nvPr/>
        </p:nvSpPr>
        <p:spPr>
          <a:xfrm xmlns:a="http://schemas.openxmlformats.org/drawingml/2006/main">
            <a:off x="1543050" y="4562475"/>
            <a:ext cx="3952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수정 없이 승인할 수 있었는가?</a:t>
            </a:r>
          </a:p>
        </p:txBody>
      </p:sp>
      <p:sp>
        <p:nvSpPr>
          <p:cNvPr id="22" name="">
            <a:extLst xmlns:a="http://schemas.openxmlformats.org/drawingml/2006/main">
              <a:ext uri="{FF2B5EF4-FFF2-40B4-BE49-F238E27FC236}">
                <a16:creationId xmlns:a16="http://schemas.microsoft.com/office/drawing/2014/main" id="{4F7097EE-C31A-458C-A256-BEC6505D3AE1}"/>
              </a:ext>
            </a:extLst>
          </p:cNvPr>
          <p:cNvSpPr>
            <a:spLocks xmlns:a="http://schemas.openxmlformats.org/drawingml/2006/main" noGrp="1"/>
          </p:cNvSpPr>
          <p:nvPr/>
        </p:nvSpPr>
        <p:spPr>
          <a:xfrm xmlns:a="http://schemas.openxmlformats.org/drawingml/2006/main">
            <a:off x="1543050" y="5114925"/>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5D6572"/>
                </a:solidFill>
                <a:latin typeface="Arial"/>
                <a:ea typeface="Arial"/>
                <a:cs typeface="Arial"/>
              </a:defRPr>
            </a:pPr>
            <a:r>
              <a:rPr sz="1350" b="0">
                <a:solidFill>
                  <a:srgbClr val="5D6572"/>
                </a:solidFill>
                <a:latin typeface="Arial"/>
                <a:ea typeface="Arial"/>
                <a:cs typeface="Arial"/>
              </a:rPr>
              <a:t>무수정 승인율 · 검토 시간</a:t>
            </a:r>
          </a:p>
        </p:txBody>
      </p:sp>
      <p:sp>
        <p:nvSpPr>
          <p:cNvPr id="23" name="">
            <a:extLst xmlns:a="http://schemas.openxmlformats.org/drawingml/2006/main">
              <a:ext uri="{FF2B5EF4-FFF2-40B4-BE49-F238E27FC236}">
                <a16:creationId xmlns:a16="http://schemas.microsoft.com/office/drawing/2014/main" id="{2FB46BA8-0A91-4FA7-8303-B5277C2C2B80}"/>
              </a:ext>
            </a:extLst>
          </p:cNvPr>
          <p:cNvSpPr>
            <a:spLocks xmlns:a="http://schemas.openxmlformats.org/drawingml/2006/main" noGrp="1"/>
          </p:cNvSpPr>
          <p:nvPr/>
        </p:nvSpPr>
        <p:spPr>
          <a:xfrm xmlns:a="http://schemas.openxmlformats.org/drawingml/2006/main">
            <a:off x="6181725" y="4391025"/>
            <a:ext cx="5381625" cy="12573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21EC9FD-09CA-42FF-8AAD-4D4A911710EA}"/>
              </a:ext>
            </a:extLst>
          </p:cNvPr>
          <p:cNvSpPr>
            <a:spLocks xmlns:a="http://schemas.openxmlformats.org/drawingml/2006/main" noGrp="1"/>
          </p:cNvSpPr>
          <p:nvPr/>
        </p:nvSpPr>
        <p:spPr>
          <a:xfrm xmlns:a="http://schemas.openxmlformats.org/drawingml/2006/main">
            <a:off x="6372225" y="45624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운영</a:t>
            </a:r>
          </a:p>
        </p:txBody>
      </p:sp>
      <p:sp>
        <p:nvSpPr>
          <p:cNvPr id="25" name="">
            <a:extLst xmlns:a="http://schemas.openxmlformats.org/drawingml/2006/main">
              <a:ext uri="{FF2B5EF4-FFF2-40B4-BE49-F238E27FC236}">
                <a16:creationId xmlns:a16="http://schemas.microsoft.com/office/drawing/2014/main" id="{A19F0D33-6335-4130-9C7F-033C837F74BD}"/>
              </a:ext>
            </a:extLst>
          </p:cNvPr>
          <p:cNvSpPr>
            <a:spLocks xmlns:a="http://schemas.openxmlformats.org/drawingml/2006/main" noGrp="1"/>
          </p:cNvSpPr>
          <p:nvPr/>
        </p:nvSpPr>
        <p:spPr>
          <a:xfrm xmlns:a="http://schemas.openxmlformats.org/drawingml/2006/main">
            <a:off x="7324725" y="4562475"/>
            <a:ext cx="3952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0B0D12"/>
                </a:solidFill>
                <a:latin typeface="Arial"/>
                <a:ea typeface="Arial"/>
                <a:cs typeface="Arial"/>
              </a:defRPr>
            </a:pPr>
            <a:r>
              <a:rPr sz="1425" b="1">
                <a:solidFill>
                  <a:srgbClr val="0B0D12"/>
                </a:solidFill>
                <a:latin typeface="Arial"/>
                <a:ea typeface="Arial"/>
                <a:cs typeface="Arial"/>
              </a:rPr>
              <a:t>업무 시간 안에 결과가 나오는가?</a:t>
            </a:r>
          </a:p>
        </p:txBody>
      </p:sp>
      <p:sp>
        <p:nvSpPr>
          <p:cNvPr id="26" name="">
            <a:extLst xmlns:a="http://schemas.openxmlformats.org/drawingml/2006/main">
              <a:ext uri="{FF2B5EF4-FFF2-40B4-BE49-F238E27FC236}">
                <a16:creationId xmlns:a16="http://schemas.microsoft.com/office/drawing/2014/main" id="{58D7D9C3-515B-49EC-BA92-DBFE08D74863}"/>
              </a:ext>
            </a:extLst>
          </p:cNvPr>
          <p:cNvSpPr>
            <a:spLocks xmlns:a="http://schemas.openxmlformats.org/drawingml/2006/main" noGrp="1"/>
          </p:cNvSpPr>
          <p:nvPr/>
        </p:nvSpPr>
        <p:spPr>
          <a:xfrm xmlns:a="http://schemas.openxmlformats.org/drawingml/2006/main">
            <a:off x="7324725" y="5114925"/>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5D6572"/>
                </a:solidFill>
                <a:latin typeface="Arial"/>
                <a:ea typeface="Arial"/>
                <a:cs typeface="Arial"/>
              </a:defRPr>
            </a:pPr>
            <a:r>
              <a:rPr sz="1350" b="0">
                <a:solidFill>
                  <a:srgbClr val="5D6572"/>
                </a:solidFill>
                <a:latin typeface="Arial"/>
                <a:ea typeface="Arial"/>
                <a:cs typeface="Arial"/>
              </a:rPr>
              <a:t>처리시간 · timeout · tokens/s</a:t>
            </a:r>
          </a:p>
        </p:txBody>
      </p:sp>
      <p:sp>
        <p:nvSpPr>
          <p:cNvPr id="27" name="">
            <a:extLst xmlns:a="http://schemas.openxmlformats.org/drawingml/2006/main">
              <a:ext uri="{FF2B5EF4-FFF2-40B4-BE49-F238E27FC236}">
                <a16:creationId xmlns:a16="http://schemas.microsoft.com/office/drawing/2014/main" id="{85B19AE0-EF64-4384-87E5-1CE82A737A6B}"/>
              </a:ext>
            </a:extLst>
          </p:cNvPr>
          <p:cNvSpPr>
            <a:spLocks xmlns:a="http://schemas.openxmlformats.org/drawingml/2006/main" noGrp="1"/>
          </p:cNvSpPr>
          <p:nvPr/>
        </p:nvSpPr>
        <p:spPr>
          <a:xfrm xmlns:a="http://schemas.openxmlformats.org/drawingml/2006/main">
            <a:off x="400050" y="5924550"/>
            <a:ext cx="11163300" cy="323850"/>
          </a:xfrm>
          <a:prstGeom xmlns:a="http://schemas.openxmlformats.org/drawingml/2006/main" prst="rect">
            <a:avLst/>
          </a:prstGeom>
          <a:solidFill xmlns:a="http://schemas.openxmlformats.org/drawingml/2006/main">
            <a:srgbClr val="0B0D1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BAB52E3-88A1-4A8C-97BA-2352556FA6E8}"/>
              </a:ext>
            </a:extLst>
          </p:cNvPr>
          <p:cNvSpPr>
            <a:spLocks xmlns:a="http://schemas.openxmlformats.org/drawingml/2006/main" noGrp="1"/>
          </p:cNvSpPr>
          <p:nvPr/>
        </p:nvSpPr>
        <p:spPr>
          <a:xfrm xmlns:a="http://schemas.openxmlformats.org/drawingml/2006/main">
            <a:off x="571500" y="5981700"/>
            <a:ext cx="1082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7407"/>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현재: 지표 정의 단계  →  구현 완료 후 동일 데이터셋으로 최종 리뷰</a:t>
            </a:r>
          </a:p>
        </p:txBody>
      </p:sp>
      <p:sp>
        <p:nvSpPr>
          <p:cNvPr id="29" name="">
            <a:extLst xmlns:a="http://schemas.openxmlformats.org/drawingml/2006/main">
              <a:ext uri="{FF2B5EF4-FFF2-40B4-BE49-F238E27FC236}">
                <a16:creationId xmlns:a16="http://schemas.microsoft.com/office/drawing/2014/main" id="{E96E0E4E-6431-4608-BB67-9ECF0A97BE51}"/>
              </a:ext>
            </a:extLst>
          </p:cNvPr>
          <p:cNvSpPr>
            <a:spLocks xmlns:a="http://schemas.openxmlformats.org/drawingml/2006/main" noGrp="1"/>
          </p:cNvSpPr>
          <p:nvPr/>
        </p:nvSpPr>
        <p:spPr>
          <a:xfrm xmlns:a="http://schemas.openxmlformats.org/drawingml/2006/main">
            <a:off x="400050" y="63436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5D6572"/>
                </a:solidFill>
                <a:latin typeface="Arial"/>
                <a:ea typeface="Arial"/>
                <a:cs typeface="Arial"/>
              </a:defRPr>
            </a:pPr>
            <a:r>
              <a:rPr sz="900" b="0">
                <a:solidFill>
                  <a:srgbClr val="5D6572"/>
                </a:solidFill>
                <a:latin typeface="Arial"/>
                <a:ea typeface="Arial"/>
                <a:cs typeface="Arial"/>
              </a:rPr>
              <a:t>변경 유형별로 분리 측정: 수치 변경 / 조건 변경 / 구조 변경</a:t>
            </a:r>
          </a:p>
        </p:txBody>
      </p:sp>
    </p:spTree>
    <p:extLst>
      <p:ext uri="{BB962C8B-B14F-4D97-AF65-F5344CB8AC3E}">
        <p14:creationId xmlns:p14="http://schemas.microsoft.com/office/powerpoint/2010/main" val="2695908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4F3484-7D37-4EFD-A976-3C337FE22921}"/>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지금 공유할 결론은 세 가지다</a:t>
            </a:r>
          </a:p>
        </p:txBody>
      </p:sp>
      <p:sp>
        <p:nvSpPr>
          <p:cNvPr id="2" name="">
            <a:extLst xmlns:a="http://schemas.openxmlformats.org/drawingml/2006/main">
              <a:ext uri="{FF2B5EF4-FFF2-40B4-BE49-F238E27FC236}">
                <a16:creationId xmlns:a16="http://schemas.microsoft.com/office/drawing/2014/main" id="{1C06BBBF-5E25-479E-BA22-8AB93173A5B7}"/>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D6572"/>
                </a:solidFill>
                <a:latin typeface="Arial"/>
                <a:ea typeface="Arial"/>
                <a:cs typeface="Arial"/>
              </a:defRPr>
            </a:pPr>
            <a:r>
              <a:rPr sz="975" b="0">
                <a:solidFill>
                  <a:srgbClr val="5D657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122D4AA-7556-4B29-99F0-4F52F127B94D}"/>
              </a:ext>
            </a:extLst>
          </p:cNvPr>
          <p:cNvSpPr>
            <a:spLocks xmlns:a="http://schemas.openxmlformats.org/drawingml/2006/main" noGrp="1"/>
          </p:cNvSpPr>
          <p:nvPr/>
        </p:nvSpPr>
        <p:spPr>
          <a:xfrm xmlns:a="http://schemas.openxmlformats.org/drawingml/2006/main">
            <a:off x="400050" y="1476375"/>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7BB1D30-B1FF-4C37-9A7F-2814B8D0BEC7}"/>
              </a:ext>
            </a:extLst>
          </p:cNvPr>
          <p:cNvSpPr>
            <a:spLocks xmlns:a="http://schemas.openxmlformats.org/drawingml/2006/main" noGrp="1"/>
          </p:cNvSpPr>
          <p:nvPr/>
        </p:nvSpPr>
        <p:spPr>
          <a:xfrm xmlns:a="http://schemas.openxmlformats.org/drawingml/2006/main">
            <a:off x="1219200" y="147637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27"/>
          </a:bodyPr>
          <a:lstStyle xmlns:a="http://schemas.openxmlformats.org/drawingml/2006/main"/>
          <a:p xmlns:a="http://schemas.openxmlformats.org/drawingml/2006/main">
            <a:pPr algn="l">
              <a:defRPr sz="2025" b="1">
                <a:solidFill>
                  <a:srgbClr val="0B0D12"/>
                </a:solidFill>
                <a:latin typeface="Arial"/>
                <a:ea typeface="Arial"/>
                <a:cs typeface="Arial"/>
              </a:defRPr>
            </a:pPr>
            <a:r>
              <a:rPr sz="2025" b="1">
                <a:solidFill>
                  <a:srgbClr val="0B0D12"/>
                </a:solidFill>
                <a:latin typeface="Arial"/>
                <a:ea typeface="Arial"/>
                <a:cs typeface="Arial"/>
              </a:rPr>
              <a:t>AI는 보조 도구</a:t>
            </a:r>
          </a:p>
        </p:txBody>
      </p:sp>
      <p:sp>
        <p:nvSpPr>
          <p:cNvPr id="5" name="">
            <a:extLst xmlns:a="http://schemas.openxmlformats.org/drawingml/2006/main">
              <a:ext uri="{FF2B5EF4-FFF2-40B4-BE49-F238E27FC236}">
                <a16:creationId xmlns:a16="http://schemas.microsoft.com/office/drawing/2014/main" id="{42DC66FB-3715-4755-BB00-DE27C230D966}"/>
              </a:ext>
            </a:extLst>
          </p:cNvPr>
          <p:cNvSpPr>
            <a:spLocks xmlns:a="http://schemas.openxmlformats.org/drawingml/2006/main" noGrp="1"/>
          </p:cNvSpPr>
          <p:nvPr/>
        </p:nvSpPr>
        <p:spPr>
          <a:xfrm xmlns:a="http://schemas.openxmlformats.org/drawingml/2006/main">
            <a:off x="4333875" y="1476375"/>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5D6572"/>
                </a:solidFill>
                <a:latin typeface="Arial"/>
                <a:ea typeface="Arial"/>
                <a:cs typeface="Arial"/>
              </a:defRPr>
            </a:pPr>
            <a:r>
              <a:rPr sz="1650" b="0">
                <a:solidFill>
                  <a:srgbClr val="5D6572"/>
                </a:solidFill>
                <a:latin typeface="Arial"/>
                <a:ea typeface="Arial"/>
                <a:cs typeface="Arial"/>
              </a:rPr>
              <a:t>법령을 요약하고 관련 코드의 수정 초안을 만든다</a:t>
            </a:r>
          </a:p>
        </p:txBody>
      </p:sp>
      <p:sp>
        <p:nvSpPr>
          <p:cNvPr id="6" name="">
            <a:extLst xmlns:a="http://schemas.openxmlformats.org/drawingml/2006/main">
              <a:ext uri="{FF2B5EF4-FFF2-40B4-BE49-F238E27FC236}">
                <a16:creationId xmlns:a16="http://schemas.microsoft.com/office/drawing/2014/main" id="{5E5F0C58-B510-46BE-ABA5-C345E92FAD9A}"/>
              </a:ext>
            </a:extLst>
          </p:cNvPr>
          <p:cNvSpPr>
            <a:spLocks xmlns:a="http://schemas.openxmlformats.org/drawingml/2006/main" noGrp="1"/>
          </p:cNvSpPr>
          <p:nvPr/>
        </p:nvSpPr>
        <p:spPr>
          <a:xfrm xmlns:a="http://schemas.openxmlformats.org/drawingml/2006/main">
            <a:off x="400050" y="2276475"/>
            <a:ext cx="11001375" cy="19050"/>
          </a:xfrm>
          <a:prstGeom xmlns:a="http://schemas.openxmlformats.org/drawingml/2006/main" prst="rect">
            <a:avLst/>
          </a:prstGeom>
          <a:solidFill xmlns:a="http://schemas.openxmlformats.org/drawingml/2006/main">
            <a:srgbClr val="C7CCD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4CD1B0E-D686-4D8D-BEA7-ABB580377313}"/>
              </a:ext>
            </a:extLst>
          </p:cNvPr>
          <p:cNvSpPr>
            <a:spLocks xmlns:a="http://schemas.openxmlformats.org/drawingml/2006/main" noGrp="1"/>
          </p:cNvSpPr>
          <p:nvPr/>
        </p:nvSpPr>
        <p:spPr>
          <a:xfrm xmlns:a="http://schemas.openxmlformats.org/drawingml/2006/main">
            <a:off x="400050" y="28575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933EA68-611B-4251-B83F-DC0FA4F41F3E}"/>
              </a:ext>
            </a:extLst>
          </p:cNvPr>
          <p:cNvSpPr>
            <a:spLocks xmlns:a="http://schemas.openxmlformats.org/drawingml/2006/main" noGrp="1"/>
          </p:cNvSpPr>
          <p:nvPr/>
        </p:nvSpPr>
        <p:spPr>
          <a:xfrm xmlns:a="http://schemas.openxmlformats.org/drawingml/2006/main">
            <a:off x="1219200" y="2857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27"/>
          </a:bodyPr>
          <a:lstStyle xmlns:a="http://schemas.openxmlformats.org/drawingml/2006/main"/>
          <a:p xmlns:a="http://schemas.openxmlformats.org/drawingml/2006/main">
            <a:pPr algn="l">
              <a:defRPr sz="2025" b="1">
                <a:solidFill>
                  <a:srgbClr val="0B0D12"/>
                </a:solidFill>
                <a:latin typeface="Arial"/>
                <a:ea typeface="Arial"/>
                <a:cs typeface="Arial"/>
              </a:defRPr>
            </a:pPr>
            <a:r>
              <a:rPr sz="2025" b="1">
                <a:solidFill>
                  <a:srgbClr val="0B0D12"/>
                </a:solidFill>
                <a:latin typeface="Arial"/>
                <a:ea typeface="Arial"/>
                <a:cs typeface="Arial"/>
              </a:rPr>
              <a:t>안전성은 구조가 담당</a:t>
            </a:r>
          </a:p>
        </p:txBody>
      </p:sp>
      <p:sp>
        <p:nvSpPr>
          <p:cNvPr id="9" name="">
            <a:extLst xmlns:a="http://schemas.openxmlformats.org/drawingml/2006/main">
              <a:ext uri="{FF2B5EF4-FFF2-40B4-BE49-F238E27FC236}">
                <a16:creationId xmlns:a16="http://schemas.microsoft.com/office/drawing/2014/main" id="{8B5B8927-B464-4DF6-9C80-BDC8A881E251}"/>
              </a:ext>
            </a:extLst>
          </p:cNvPr>
          <p:cNvSpPr>
            <a:spLocks xmlns:a="http://schemas.openxmlformats.org/drawingml/2006/main" noGrp="1"/>
          </p:cNvSpPr>
          <p:nvPr/>
        </p:nvSpPr>
        <p:spPr>
          <a:xfrm xmlns:a="http://schemas.openxmlformats.org/drawingml/2006/main">
            <a:off x="4333875" y="28575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5D6572"/>
                </a:solidFill>
                <a:latin typeface="Arial"/>
                <a:ea typeface="Arial"/>
                <a:cs typeface="Arial"/>
              </a:defRPr>
            </a:pPr>
            <a:r>
              <a:rPr sz="1650" b="0">
                <a:solidFill>
                  <a:srgbClr val="5D6572"/>
                </a:solidFill>
                <a:latin typeface="Arial"/>
                <a:ea typeface="Arial"/>
                <a:cs typeface="Arial"/>
              </a:rPr>
              <a:t>검색·원본 대조·diff·테스트·승인으로 모델 오류를 제한한다</a:t>
            </a:r>
          </a:p>
        </p:txBody>
      </p:sp>
      <p:sp>
        <p:nvSpPr>
          <p:cNvPr id="10" name="">
            <a:extLst xmlns:a="http://schemas.openxmlformats.org/drawingml/2006/main">
              <a:ext uri="{FF2B5EF4-FFF2-40B4-BE49-F238E27FC236}">
                <a16:creationId xmlns:a16="http://schemas.microsoft.com/office/drawing/2014/main" id="{5F884097-19AC-48CF-84FA-BFA95A1C3E18}"/>
              </a:ext>
            </a:extLst>
          </p:cNvPr>
          <p:cNvSpPr>
            <a:spLocks xmlns:a="http://schemas.openxmlformats.org/drawingml/2006/main" noGrp="1"/>
          </p:cNvSpPr>
          <p:nvPr/>
        </p:nvSpPr>
        <p:spPr>
          <a:xfrm xmlns:a="http://schemas.openxmlformats.org/drawingml/2006/main">
            <a:off x="400050" y="3657600"/>
            <a:ext cx="11001375" cy="19050"/>
          </a:xfrm>
          <a:prstGeom xmlns:a="http://schemas.openxmlformats.org/drawingml/2006/main" prst="rect">
            <a:avLst/>
          </a:prstGeom>
          <a:solidFill xmlns:a="http://schemas.openxmlformats.org/drawingml/2006/main">
            <a:srgbClr val="C7CCD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9B80FE5-6087-475C-BA48-DBE806AA3BFC}"/>
              </a:ext>
            </a:extLst>
          </p:cNvPr>
          <p:cNvSpPr>
            <a:spLocks xmlns:a="http://schemas.openxmlformats.org/drawingml/2006/main" noGrp="1"/>
          </p:cNvSpPr>
          <p:nvPr/>
        </p:nvSpPr>
        <p:spPr>
          <a:xfrm xmlns:a="http://schemas.openxmlformats.org/drawingml/2006/main">
            <a:off x="400050" y="4238625"/>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5F57F4DC-602F-4C4A-B921-0C0E8DE95412}"/>
              </a:ext>
            </a:extLst>
          </p:cNvPr>
          <p:cNvSpPr>
            <a:spLocks xmlns:a="http://schemas.openxmlformats.org/drawingml/2006/main" noGrp="1"/>
          </p:cNvSpPr>
          <p:nvPr/>
        </p:nvSpPr>
        <p:spPr>
          <a:xfrm xmlns:a="http://schemas.openxmlformats.org/drawingml/2006/main">
            <a:off x="1219200" y="42386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27"/>
          </a:bodyPr>
          <a:lstStyle xmlns:a="http://schemas.openxmlformats.org/drawingml/2006/main"/>
          <a:p xmlns:a="http://schemas.openxmlformats.org/drawingml/2006/main">
            <a:pPr algn="l">
              <a:defRPr sz="2025" b="1">
                <a:solidFill>
                  <a:srgbClr val="0B0D12"/>
                </a:solidFill>
                <a:latin typeface="Arial"/>
                <a:ea typeface="Arial"/>
                <a:cs typeface="Arial"/>
              </a:defRPr>
            </a:pPr>
            <a:r>
              <a:rPr sz="2025" b="1">
                <a:solidFill>
                  <a:srgbClr val="0B0D12"/>
                </a:solidFill>
                <a:latin typeface="Arial"/>
                <a:ea typeface="Arial"/>
                <a:cs typeface="Arial"/>
              </a:rPr>
              <a:t>성능 판단은 나중에</a:t>
            </a:r>
          </a:p>
        </p:txBody>
      </p:sp>
      <p:sp>
        <p:nvSpPr>
          <p:cNvPr id="13" name="">
            <a:extLst xmlns:a="http://schemas.openxmlformats.org/drawingml/2006/main">
              <a:ext uri="{FF2B5EF4-FFF2-40B4-BE49-F238E27FC236}">
                <a16:creationId xmlns:a16="http://schemas.microsoft.com/office/drawing/2014/main" id="{E648FDAA-D0D3-4F21-B7B1-2C8BBA3D5DC6}"/>
              </a:ext>
            </a:extLst>
          </p:cNvPr>
          <p:cNvSpPr>
            <a:spLocks xmlns:a="http://schemas.openxmlformats.org/drawingml/2006/main" noGrp="1"/>
          </p:cNvSpPr>
          <p:nvPr/>
        </p:nvSpPr>
        <p:spPr>
          <a:xfrm xmlns:a="http://schemas.openxmlformats.org/drawingml/2006/main">
            <a:off x="4333875" y="4238625"/>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5D6572"/>
                </a:solidFill>
                <a:latin typeface="Arial"/>
                <a:ea typeface="Arial"/>
                <a:cs typeface="Arial"/>
              </a:defRPr>
            </a:pPr>
            <a:r>
              <a:rPr sz="1650" b="0">
                <a:solidFill>
                  <a:srgbClr val="5D6572"/>
                </a:solidFill>
                <a:latin typeface="Arial"/>
                <a:ea typeface="Arial"/>
                <a:cs typeface="Arial"/>
              </a:rPr>
              <a:t>구현 완료 후 검색·적용·테스트·사람 검토 지표로 확인한다</a:t>
            </a:r>
          </a:p>
        </p:txBody>
      </p:sp>
      <p:sp>
        <p:nvSpPr>
          <p:cNvPr id="14" name="">
            <a:extLst xmlns:a="http://schemas.openxmlformats.org/drawingml/2006/main">
              <a:ext uri="{FF2B5EF4-FFF2-40B4-BE49-F238E27FC236}">
                <a16:creationId xmlns:a16="http://schemas.microsoft.com/office/drawing/2014/main" id="{FF12795F-9FCF-4C3A-B2C0-07C8E1EC2EF6}"/>
              </a:ext>
            </a:extLst>
          </p:cNvPr>
          <p:cNvSpPr>
            <a:spLocks xmlns:a="http://schemas.openxmlformats.org/drawingml/2006/main" noGrp="1"/>
          </p:cNvSpPr>
          <p:nvPr/>
        </p:nvSpPr>
        <p:spPr>
          <a:xfrm xmlns:a="http://schemas.openxmlformats.org/drawingml/2006/main">
            <a:off x="400050" y="5038725"/>
            <a:ext cx="11001375" cy="19050"/>
          </a:xfrm>
          <a:prstGeom xmlns:a="http://schemas.openxmlformats.org/drawingml/2006/main" prst="rect">
            <a:avLst/>
          </a:prstGeom>
          <a:solidFill xmlns:a="http://schemas.openxmlformats.org/drawingml/2006/main">
            <a:srgbClr val="C7CCD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922A4D-90C8-430A-B4FC-401C3FB26793}"/>
              </a:ext>
            </a:extLst>
          </p:cNvPr>
          <p:cNvSpPr>
            <a:spLocks xmlns:a="http://schemas.openxmlformats.org/drawingml/2006/main" noGrp="1"/>
          </p:cNvSpPr>
          <p:nvPr/>
        </p:nvSpPr>
        <p:spPr>
          <a:xfrm xmlns:a="http://schemas.openxmlformats.org/drawingml/2006/main">
            <a:off x="400050" y="5600700"/>
            <a:ext cx="11001375" cy="49530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333224-7F74-4C0A-99AE-4C817519E135}"/>
              </a:ext>
            </a:extLst>
          </p:cNvPr>
          <p:cNvSpPr>
            <a:spLocks xmlns:a="http://schemas.openxmlformats.org/drawingml/2006/main" noGrp="1"/>
          </p:cNvSpPr>
          <p:nvPr/>
        </p:nvSpPr>
        <p:spPr>
          <a:xfrm xmlns:a="http://schemas.openxmlformats.org/drawingml/2006/main">
            <a:off x="571500" y="5715000"/>
            <a:ext cx="10658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a:solidFill>
                  <a:srgbClr val="0B0D12"/>
                </a:solidFill>
                <a:latin typeface="Arial"/>
                <a:ea typeface="Arial"/>
                <a:cs typeface="Arial"/>
              </a:defRPr>
            </a:pPr>
            <a:r>
              <a:rPr sz="1575" b="1">
                <a:solidFill>
                  <a:srgbClr val="0B0D12"/>
                </a:solidFill>
                <a:latin typeface="Arial"/>
                <a:ea typeface="Arial"/>
                <a:cs typeface="Arial"/>
              </a:rPr>
              <a:t>AI가 코드를 자동으로 고치는 시스템이 아니라, 사람이 검토할 근거와 초안을 만드는 시스템</a:t>
            </a:r>
          </a:p>
        </p:txBody>
      </p:sp>
      <p:sp>
        <p:nvSpPr>
          <p:cNvPr id="17" name="">
            <a:extLst xmlns:a="http://schemas.openxmlformats.org/drawingml/2006/main">
              <a:ext uri="{FF2B5EF4-FFF2-40B4-BE49-F238E27FC236}">
                <a16:creationId xmlns:a16="http://schemas.microsoft.com/office/drawing/2014/main" id="{EDD21645-C6AF-4687-B88D-AC16A79883D9}"/>
              </a:ext>
            </a:extLst>
          </p:cNvPr>
          <p:cNvSpPr>
            <a:spLocks xmlns:a="http://schemas.openxmlformats.org/drawingml/2006/main" noGrp="1"/>
          </p:cNvSpPr>
          <p:nvPr/>
        </p:nvSpPr>
        <p:spPr>
          <a:xfrm xmlns:a="http://schemas.openxmlformats.org/drawingml/2006/main">
            <a:off x="400050" y="63436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5D6572"/>
                </a:solidFill>
                <a:latin typeface="Arial"/>
                <a:ea typeface="Arial"/>
                <a:cs typeface="Arial"/>
              </a:defRPr>
            </a:pPr>
            <a:r>
              <a:rPr sz="900" b="0">
                <a:solidFill>
                  <a:srgbClr val="5D6572"/>
                </a:solidFill>
                <a:latin typeface="Arial"/>
                <a:ea typeface="Arial"/>
                <a:cs typeface="Arial"/>
              </a:rPr>
              <a:t>상세 설계 근거: README.md · docs/architecture/ADR.md · ARCHITECTURE_V2.md</a:t>
            </a:r>
          </a:p>
        </p:txBody>
      </p:sp>
    </p:spTree>
    <p:extLst>
      <p:ext uri="{BB962C8B-B14F-4D97-AF65-F5344CB8AC3E}">
        <p14:creationId xmlns:p14="http://schemas.microsoft.com/office/powerpoint/2010/main" val="21139258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2026-07-14T15:05:33.3180000Z</dcterms:created>
  <dcterms:modified xsi:type="dcterms:W3CDTF">2026-07-14T15:05:33.3180000Z</dcterms:modified>
</coreProperties>
</file>